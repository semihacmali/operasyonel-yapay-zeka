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99" r:id="rId3"/>
    <p:sldId id="282" r:id="rId4"/>
    <p:sldId id="296" r:id="rId5"/>
    <p:sldId id="298" r:id="rId6"/>
    <p:sldId id="30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7" d="100"/>
          <a:sy n="87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D089-7FDB-0B04-6B7A-5E187FA3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DA0870F-2EBB-AE84-FFE7-4107EA731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436F1DEB-5716-ECDD-7251-DC3D270A64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BA46604-B5B0-FE5D-E535-D67CAE7728CA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16583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eb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Kullanım Alanları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Finans ve Bankacılık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772790" y="2548362"/>
            <a:ext cx="4807073" cy="174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Dolandırıcılık Tespiti: </a:t>
            </a:r>
            <a:r>
              <a:rPr lang="tr-TR" sz="1600" dirty="0"/>
              <a:t>Gerçek zamanlı anomalilerin yakalanması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Yönetimi: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Kredi risk skorlama modellerinin sürekli güncel tutulması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Müşteri Kişiselleştirme: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Harcama alışkanlıklarına göre öneriler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57A486C-39E8-548C-1381-ECB3E317F0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1102" y="2058147"/>
            <a:ext cx="3729830" cy="272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Sağlık Sektörü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677951" y="2453537"/>
            <a:ext cx="4937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Tıbbi Görüntü Analizi: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MRI, röntgen, tomografi verilerinin işlenmesi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Kişiselleştirilmiş Tedavi: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Hastaya özgü model güncellemeleri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İlaç Araştırmaları: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 deney verilerinin otomatik işlenmesi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9AF7CED-EED6-FFF2-9A0C-083B9090F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468" y="2342398"/>
            <a:ext cx="3863474" cy="217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Perakende ve E-Ticaret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247670" y="2453537"/>
            <a:ext cx="41629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Öneri Motorları: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Müşteri davranışına göre dinamik ürün önerileri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Talep Tahmini: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Satış trendlerini tahmin ederek stok yönetimi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b-NO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Müşteri Segmentasyonu: </a:t>
            </a:r>
            <a:r>
              <a:rPr lang="nb-NO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Otomatik güncellenen segmentler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0F3B13D-8DEB-6BBA-78CB-66C4559B2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082" y="2090737"/>
            <a:ext cx="42862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Üretim ve Endüstri 4.0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660DEF1-7C5B-6D7E-6AE1-91D8FD40CCCE}"/>
              </a:ext>
            </a:extLst>
          </p:cNvPr>
          <p:cNvSpPr txBox="1"/>
          <p:nvPr/>
        </p:nvSpPr>
        <p:spPr>
          <a:xfrm>
            <a:off x="5705966" y="2568951"/>
            <a:ext cx="497628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Öngörücü Bakım (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Sensör verileriyle arıza tahmini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Kalite Kontrol: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Görüntü işleme ile hatalı ürün tespiti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Operasyon Optimizasyonu: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Üretim hattı verimliliği artırma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6D0882BF-D403-B0E5-A8D0-5C6F38208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748" y="2399093"/>
            <a:ext cx="4079433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9367-FB48-5E08-31B4-8F1A19F9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340E3D19-A53E-A76D-C8FD-CD5518FC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09" y="966332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5BDC8302-CF0C-A050-053C-EFAE8A968715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F264DA02-114E-55BD-55D4-3D5337DCC47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086B2A4-65BC-5D21-CE34-DDFC539116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7ACC5A-97F8-F9B6-F638-2B18FF42C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3DE7D1A8-3D8F-592C-E4C5-D1898241B970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Telekom Sektörü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EBE6D7F-02B4-DB51-2F62-B6E0AD215394}"/>
              </a:ext>
            </a:extLst>
          </p:cNvPr>
          <p:cNvSpPr txBox="1"/>
          <p:nvPr/>
        </p:nvSpPr>
        <p:spPr>
          <a:xfrm>
            <a:off x="5705966" y="2568951"/>
            <a:ext cx="4976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Ağ Performansı İzleme: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Trafik yoğunluğunu dinamik yönetme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Tahmini: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Abone kaybını öngörme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Kişiselleştirilmiş Kampanyalar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7E801B6-FB68-1043-B592-25E6A7A39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748" y="2340834"/>
            <a:ext cx="3959935" cy="19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17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139</Words>
  <Application>Microsoft Office PowerPoint</Application>
  <PresentationFormat>Geniş ekran</PresentationFormat>
  <Paragraphs>36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37</cp:revision>
  <dcterms:created xsi:type="dcterms:W3CDTF">2025-05-08T09:17:15Z</dcterms:created>
  <dcterms:modified xsi:type="dcterms:W3CDTF">2025-09-08T20:33:25Z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