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ebp" ContentType="image/webp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78" r:id="rId2"/>
    <p:sldId id="299" r:id="rId3"/>
    <p:sldId id="282" r:id="rId4"/>
    <p:sldId id="296" r:id="rId5"/>
    <p:sldId id="298" r:id="rId6"/>
  </p:sldIdLst>
  <p:sldSz cx="12192000" cy="6858000"/>
  <p:notesSz cx="6858000" cy="91440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>
      <p:cViewPr varScale="1">
        <p:scale>
          <a:sx n="113" d="100"/>
          <a:sy n="113" d="100"/>
        </p:scale>
        <p:origin x="47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Üst Bilgi Yer Tutucusu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3" name="Veri Yer Tutucusu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B17CE6-7691-1D44-BFCD-FBDB21CEC9EE}" type="datetimeFigureOut">
              <a:rPr lang="tr-TR" smtClean="0"/>
              <a:t>10.09.2025</a:t>
            </a:fld>
            <a:endParaRPr lang="tr-TR"/>
          </a:p>
        </p:txBody>
      </p:sp>
      <p:sp>
        <p:nvSpPr>
          <p:cNvPr id="4" name="Slayt Resmi Yer Tutucus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tr-TR"/>
          </a:p>
        </p:txBody>
      </p:sp>
      <p:sp>
        <p:nvSpPr>
          <p:cNvPr id="5" name="Not Yer Tutucusu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6" name="Alt Bilgi Yer Tutucusu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626B6A7-E5EE-9F46-B37F-4F4A11B89CB2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2220527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D09E36-94EE-1617-08A7-6C7D993D88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PlaceHolder 1">
            <a:extLst>
              <a:ext uri="{FF2B5EF4-FFF2-40B4-BE49-F238E27FC236}">
                <a16:creationId xmlns:a16="http://schemas.microsoft.com/office/drawing/2014/main" id="{BDB1B3B3-1C2C-DCCF-E936-FE3F326E84B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514" name="PlaceHolder 2">
            <a:extLst>
              <a:ext uri="{FF2B5EF4-FFF2-40B4-BE49-F238E27FC236}">
                <a16:creationId xmlns:a16="http://schemas.microsoft.com/office/drawing/2014/main" id="{1898D103-E9BA-1A64-C185-E2F5E7A5FBDD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endParaRPr lang="tr-TR" sz="2000" b="0" strike="noStrike" spc="-1" dirty="0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515" name="PlaceHolder 3">
            <a:extLst>
              <a:ext uri="{FF2B5EF4-FFF2-40B4-BE49-F238E27FC236}">
                <a16:creationId xmlns:a16="http://schemas.microsoft.com/office/drawing/2014/main" id="{E91B1F5D-A22F-3AD1-9B07-60942A7084FF}"/>
              </a:ext>
            </a:extLst>
          </p:cNvPr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 algn="r">
              <a:lnSpc>
                <a:spcPct val="100000"/>
              </a:lnSpc>
              <a:buNone/>
              <a:defRPr lang="tr-TR" sz="1200" b="0" strike="noStrike" spc="-1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04FB2997-B551-4E42-B99C-D3DE8E6E7745}" type="slidenum">
              <a:rPr lang="tr-TR" sz="1200" b="0" strike="noStrike" spc="-1">
                <a:solidFill>
                  <a:srgbClr val="000000"/>
                </a:solidFill>
                <a:latin typeface="+mn-lt"/>
                <a:ea typeface="+mn-ea"/>
              </a:rPr>
              <a:t>1</a:t>
            </a:fld>
            <a:endParaRPr lang="tr-TR" sz="12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</p:spTree>
    <p:extLst>
      <p:ext uri="{BB962C8B-B14F-4D97-AF65-F5344CB8AC3E}">
        <p14:creationId xmlns:p14="http://schemas.microsoft.com/office/powerpoint/2010/main" val="27382708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6572B0-E860-8972-FDC4-DA6B3967B8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PlaceHolder 1">
            <a:extLst>
              <a:ext uri="{FF2B5EF4-FFF2-40B4-BE49-F238E27FC236}">
                <a16:creationId xmlns:a16="http://schemas.microsoft.com/office/drawing/2014/main" id="{D48F6ECE-9532-BDA9-46EB-BDDD3B7828B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514" name="PlaceHolder 2">
            <a:extLst>
              <a:ext uri="{FF2B5EF4-FFF2-40B4-BE49-F238E27FC236}">
                <a16:creationId xmlns:a16="http://schemas.microsoft.com/office/drawing/2014/main" id="{38FAEEF2-E607-EB50-1156-4ABF02FE4940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endParaRPr lang="tr-TR" sz="2000" b="0" strike="noStrike" spc="-1" dirty="0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515" name="PlaceHolder 3">
            <a:extLst>
              <a:ext uri="{FF2B5EF4-FFF2-40B4-BE49-F238E27FC236}">
                <a16:creationId xmlns:a16="http://schemas.microsoft.com/office/drawing/2014/main" id="{E290C9A3-9A83-B2AD-D318-6A96AC4B0C42}"/>
              </a:ext>
            </a:extLst>
          </p:cNvPr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 algn="r">
              <a:lnSpc>
                <a:spcPct val="100000"/>
              </a:lnSpc>
              <a:buNone/>
              <a:defRPr lang="tr-TR" sz="1200" b="0" strike="noStrike" spc="-1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04FB2997-B551-4E42-B99C-D3DE8E6E7745}" type="slidenum">
              <a:rPr lang="tr-TR" sz="1200" b="0" strike="noStrike" spc="-1">
                <a:solidFill>
                  <a:srgbClr val="000000"/>
                </a:solidFill>
                <a:latin typeface="+mn-lt"/>
                <a:ea typeface="+mn-ea"/>
              </a:rPr>
              <a:t>2</a:t>
            </a:fld>
            <a:endParaRPr lang="tr-TR" sz="12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</p:spTree>
    <p:extLst>
      <p:ext uri="{BB962C8B-B14F-4D97-AF65-F5344CB8AC3E}">
        <p14:creationId xmlns:p14="http://schemas.microsoft.com/office/powerpoint/2010/main" val="284402801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C8D80E-FB76-9492-9507-5E6FBAD6FE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PlaceHolder 1">
            <a:extLst>
              <a:ext uri="{FF2B5EF4-FFF2-40B4-BE49-F238E27FC236}">
                <a16:creationId xmlns:a16="http://schemas.microsoft.com/office/drawing/2014/main" id="{7DB1A52A-D28E-EDCA-2801-62A1FB1758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514" name="PlaceHolder 2">
            <a:extLst>
              <a:ext uri="{FF2B5EF4-FFF2-40B4-BE49-F238E27FC236}">
                <a16:creationId xmlns:a16="http://schemas.microsoft.com/office/drawing/2014/main" id="{C76E5DA2-78D5-378B-27F7-A136B5F4D044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endParaRPr lang="tr-TR" sz="2000" b="0" strike="noStrike" spc="-1" dirty="0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515" name="PlaceHolder 3">
            <a:extLst>
              <a:ext uri="{FF2B5EF4-FFF2-40B4-BE49-F238E27FC236}">
                <a16:creationId xmlns:a16="http://schemas.microsoft.com/office/drawing/2014/main" id="{7EA7E265-A9D2-402A-D284-1407F9984138}"/>
              </a:ext>
            </a:extLst>
          </p:cNvPr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 algn="r">
              <a:lnSpc>
                <a:spcPct val="100000"/>
              </a:lnSpc>
              <a:buNone/>
              <a:defRPr lang="tr-TR" sz="1200" b="0" strike="noStrike" spc="-1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04FB2997-B551-4E42-B99C-D3DE8E6E7745}" type="slidenum">
              <a:rPr lang="tr-TR" sz="1200" b="0" strike="noStrike" spc="-1">
                <a:solidFill>
                  <a:srgbClr val="000000"/>
                </a:solidFill>
                <a:latin typeface="+mn-lt"/>
                <a:ea typeface="+mn-ea"/>
              </a:rPr>
              <a:t>3</a:t>
            </a:fld>
            <a:endParaRPr lang="tr-TR" sz="12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</p:spTree>
    <p:extLst>
      <p:ext uri="{BB962C8B-B14F-4D97-AF65-F5344CB8AC3E}">
        <p14:creationId xmlns:p14="http://schemas.microsoft.com/office/powerpoint/2010/main" val="318772541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652B60-8D71-6547-0447-0F4D360E15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PlaceHolder 1">
            <a:extLst>
              <a:ext uri="{FF2B5EF4-FFF2-40B4-BE49-F238E27FC236}">
                <a16:creationId xmlns:a16="http://schemas.microsoft.com/office/drawing/2014/main" id="{6826F913-ED32-007B-4832-9CFFC710253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514" name="PlaceHolder 2">
            <a:extLst>
              <a:ext uri="{FF2B5EF4-FFF2-40B4-BE49-F238E27FC236}">
                <a16:creationId xmlns:a16="http://schemas.microsoft.com/office/drawing/2014/main" id="{5EF36BB2-88F8-FE06-EB97-879B3D3268C3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endParaRPr lang="tr-TR" sz="2000" b="0" strike="noStrike" spc="-1" dirty="0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515" name="PlaceHolder 3">
            <a:extLst>
              <a:ext uri="{FF2B5EF4-FFF2-40B4-BE49-F238E27FC236}">
                <a16:creationId xmlns:a16="http://schemas.microsoft.com/office/drawing/2014/main" id="{1BD8FAEC-90DB-E22C-55F3-B9CE51D1CB32}"/>
              </a:ext>
            </a:extLst>
          </p:cNvPr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 algn="r">
              <a:lnSpc>
                <a:spcPct val="100000"/>
              </a:lnSpc>
              <a:buNone/>
              <a:defRPr lang="tr-TR" sz="1200" b="0" strike="noStrike" spc="-1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04FB2997-B551-4E42-B99C-D3DE8E6E7745}" type="slidenum">
              <a:rPr lang="tr-TR" sz="1200" b="0" strike="noStrike" spc="-1">
                <a:solidFill>
                  <a:srgbClr val="000000"/>
                </a:solidFill>
                <a:latin typeface="+mn-lt"/>
                <a:ea typeface="+mn-ea"/>
              </a:rPr>
              <a:t>4</a:t>
            </a:fld>
            <a:endParaRPr lang="tr-TR" sz="12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</p:spTree>
    <p:extLst>
      <p:ext uri="{BB962C8B-B14F-4D97-AF65-F5344CB8AC3E}">
        <p14:creationId xmlns:p14="http://schemas.microsoft.com/office/powerpoint/2010/main" val="78171051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004250-5D15-4CC1-B8D2-373C48BFFF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PlaceHolder 1">
            <a:extLst>
              <a:ext uri="{FF2B5EF4-FFF2-40B4-BE49-F238E27FC236}">
                <a16:creationId xmlns:a16="http://schemas.microsoft.com/office/drawing/2014/main" id="{74A7A7DB-29DE-9346-329F-87A78E7648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514" name="PlaceHolder 2">
            <a:extLst>
              <a:ext uri="{FF2B5EF4-FFF2-40B4-BE49-F238E27FC236}">
                <a16:creationId xmlns:a16="http://schemas.microsoft.com/office/drawing/2014/main" id="{B625A0C5-1EFA-147E-FB35-4AF43A99C847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endParaRPr lang="tr-TR" sz="2000" b="0" strike="noStrike" spc="-1" dirty="0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515" name="PlaceHolder 3">
            <a:extLst>
              <a:ext uri="{FF2B5EF4-FFF2-40B4-BE49-F238E27FC236}">
                <a16:creationId xmlns:a16="http://schemas.microsoft.com/office/drawing/2014/main" id="{AFE7FC82-7DA1-93B7-21AB-1CD76BF7115C}"/>
              </a:ext>
            </a:extLst>
          </p:cNvPr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 algn="r">
              <a:lnSpc>
                <a:spcPct val="100000"/>
              </a:lnSpc>
              <a:buNone/>
              <a:defRPr lang="tr-TR" sz="1200" b="0" strike="noStrike" spc="-1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04FB2997-B551-4E42-B99C-D3DE8E6E7745}" type="slidenum">
              <a:rPr lang="tr-TR" sz="1200" b="0" strike="noStrike" spc="-1">
                <a:solidFill>
                  <a:srgbClr val="000000"/>
                </a:solidFill>
                <a:latin typeface="+mn-lt"/>
                <a:ea typeface="+mn-ea"/>
              </a:rPr>
              <a:t>5</a:t>
            </a:fld>
            <a:endParaRPr lang="tr-TR" sz="12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</p:spTree>
    <p:extLst>
      <p:ext uri="{BB962C8B-B14F-4D97-AF65-F5344CB8AC3E}">
        <p14:creationId xmlns:p14="http://schemas.microsoft.com/office/powerpoint/2010/main" val="36172744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1F3C1F98-1119-C439-00BD-18D153B3DF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Alt Başlık 2">
            <a:extLst>
              <a:ext uri="{FF2B5EF4-FFF2-40B4-BE49-F238E27FC236}">
                <a16:creationId xmlns:a16="http://schemas.microsoft.com/office/drawing/2014/main" id="{4E467180-72F0-39B8-F998-F4A5D07B720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tr-TR"/>
              <a:t>Asıl alt başlık stilini düzenlemek için tıklayın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AEB0F375-6A7F-B2AC-43E3-6D283B42D8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EBF425-2C81-E94D-AFD5-88E868AB882D}" type="datetimeFigureOut">
              <a:rPr lang="tr-TR" smtClean="0"/>
              <a:t>10.09.2025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A5BF1446-34BB-DE9B-6057-B70A1806C1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89A0B88A-7EC8-9E63-E053-87560A6282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00493-2648-4C4F-97F3-EEC05CB2F27F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175210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0663D46E-655B-6170-DBBB-4B669A5B99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A25CD077-2903-98CA-45B4-ECFC550D06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67386F9E-162C-A576-0C85-53943F4EE2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EBF425-2C81-E94D-AFD5-88E868AB882D}" type="datetimeFigureOut">
              <a:rPr lang="tr-TR" smtClean="0"/>
              <a:t>10.09.2025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51B9E3EC-65D0-EC98-7233-7D41EBBE69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92671E9E-92CF-5A56-F769-8B8969BE40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00493-2648-4C4F-97F3-EEC05CB2F27F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9129488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 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C7BA7758-DAB9-1395-4A5A-F80F321EA5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D4C887AC-FC3B-B1E5-2926-B067CAB6EF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E4C5FF56-5069-F0B5-5CF0-6CBBC46AD3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EBF425-2C81-E94D-AFD5-88E868AB882D}" type="datetimeFigureOut">
              <a:rPr lang="tr-TR" smtClean="0"/>
              <a:t>10.09.2025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08805D18-4372-9C64-89D4-7A8DDEBDC5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406D69AD-13AF-389D-E853-95FA0A0C7F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00493-2648-4C4F-97F3-EEC05CB2F27F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2164737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C2F35925-7E1E-2287-1352-591785073D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F51851F6-7A7A-6E88-1E53-606D56D55FC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261954B8-7DE3-6B66-A7E8-08A63AB1C3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7F20451A-36FC-3AA7-84C4-244FC4E2F2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EBF425-2C81-E94D-AFD5-88E868AB882D}" type="datetimeFigureOut">
              <a:rPr lang="tr-TR" smtClean="0"/>
              <a:t>10.09.2025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57BC83CF-3CC8-95DE-C3A2-0680F60BAB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9C8F2665-0A9E-8590-EF98-C16BA72E55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00493-2648-4C4F-97F3-EEC05CB2F27F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0667532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17AC4E4E-8BE2-DEC0-E365-5078747E5E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215D230D-2C51-02CB-7151-E875F4C6CE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0681F9EF-8878-8DB0-4599-6A834DA16C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5" name="Metin Yer Tutucusu 4">
            <a:extLst>
              <a:ext uri="{FF2B5EF4-FFF2-40B4-BE49-F238E27FC236}">
                <a16:creationId xmlns:a16="http://schemas.microsoft.com/office/drawing/2014/main" id="{0EF08185-6E0D-5E85-EC09-E24D66A3486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6" name="İçerik Yer Tutucusu 5">
            <a:extLst>
              <a:ext uri="{FF2B5EF4-FFF2-40B4-BE49-F238E27FC236}">
                <a16:creationId xmlns:a16="http://schemas.microsoft.com/office/drawing/2014/main" id="{917883B8-14C9-0340-AD3F-70ADE46A196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7" name="Veri Yer Tutucusu 6">
            <a:extLst>
              <a:ext uri="{FF2B5EF4-FFF2-40B4-BE49-F238E27FC236}">
                <a16:creationId xmlns:a16="http://schemas.microsoft.com/office/drawing/2014/main" id="{4AA7A2FC-1B82-20AA-1602-116B81E4B4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EBF425-2C81-E94D-AFD5-88E868AB882D}" type="datetimeFigureOut">
              <a:rPr lang="tr-TR" smtClean="0"/>
              <a:t>10.09.2025</a:t>
            </a:fld>
            <a:endParaRPr lang="tr-TR"/>
          </a:p>
        </p:txBody>
      </p:sp>
      <p:sp>
        <p:nvSpPr>
          <p:cNvPr id="8" name="Alt Bilgi Yer Tutucusu 7">
            <a:extLst>
              <a:ext uri="{FF2B5EF4-FFF2-40B4-BE49-F238E27FC236}">
                <a16:creationId xmlns:a16="http://schemas.microsoft.com/office/drawing/2014/main" id="{26345A09-BA9B-2C43-511E-D9F908ED61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Slayt Numarası Yer Tutucusu 8">
            <a:extLst>
              <a:ext uri="{FF2B5EF4-FFF2-40B4-BE49-F238E27FC236}">
                <a16:creationId xmlns:a16="http://schemas.microsoft.com/office/drawing/2014/main" id="{B401C95A-D624-46B0-3CC2-1861071191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00493-2648-4C4F-97F3-EEC05CB2F27F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6800857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EFC4A1A8-BF08-B1D9-F77F-F49C2CF3C9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Veri Yer Tutucusu 2">
            <a:extLst>
              <a:ext uri="{FF2B5EF4-FFF2-40B4-BE49-F238E27FC236}">
                <a16:creationId xmlns:a16="http://schemas.microsoft.com/office/drawing/2014/main" id="{3FA4AC1D-6BD7-0EC2-1CCF-DF3A49A90A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EBF425-2C81-E94D-AFD5-88E868AB882D}" type="datetimeFigureOut">
              <a:rPr lang="tr-TR" smtClean="0"/>
              <a:t>10.09.2025</a:t>
            </a:fld>
            <a:endParaRPr lang="tr-TR"/>
          </a:p>
        </p:txBody>
      </p:sp>
      <p:sp>
        <p:nvSpPr>
          <p:cNvPr id="4" name="Alt Bilgi Yer Tutucusu 3">
            <a:extLst>
              <a:ext uri="{FF2B5EF4-FFF2-40B4-BE49-F238E27FC236}">
                <a16:creationId xmlns:a16="http://schemas.microsoft.com/office/drawing/2014/main" id="{D3A6C47A-43F7-3949-A814-160C2AF636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Slayt Numarası Yer Tutucusu 4">
            <a:extLst>
              <a:ext uri="{FF2B5EF4-FFF2-40B4-BE49-F238E27FC236}">
                <a16:creationId xmlns:a16="http://schemas.microsoft.com/office/drawing/2014/main" id="{6687BC2B-3F29-A25E-93FD-4C073D1A55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00493-2648-4C4F-97F3-EEC05CB2F27F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3970067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i Yer Tutucusu 1">
            <a:extLst>
              <a:ext uri="{FF2B5EF4-FFF2-40B4-BE49-F238E27FC236}">
                <a16:creationId xmlns:a16="http://schemas.microsoft.com/office/drawing/2014/main" id="{C769AAA0-E794-2F8F-765B-824DAF8B30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EBF425-2C81-E94D-AFD5-88E868AB882D}" type="datetimeFigureOut">
              <a:rPr lang="tr-TR" smtClean="0"/>
              <a:t>10.09.2025</a:t>
            </a:fld>
            <a:endParaRPr lang="tr-TR"/>
          </a:p>
        </p:txBody>
      </p:sp>
      <p:sp>
        <p:nvSpPr>
          <p:cNvPr id="3" name="Alt Bilgi Yer Tutucusu 2">
            <a:extLst>
              <a:ext uri="{FF2B5EF4-FFF2-40B4-BE49-F238E27FC236}">
                <a16:creationId xmlns:a16="http://schemas.microsoft.com/office/drawing/2014/main" id="{90F89A9F-05DF-5A8E-DC4C-B7635FC0FA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ayt Numarası Yer Tutucusu 3">
            <a:extLst>
              <a:ext uri="{FF2B5EF4-FFF2-40B4-BE49-F238E27FC236}">
                <a16:creationId xmlns:a16="http://schemas.microsoft.com/office/drawing/2014/main" id="{F11C2C56-E87A-7900-F003-9C641B080C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00493-2648-4C4F-97F3-EEC05CB2F27F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1733462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E3FC8109-EE00-B155-30F8-63C9C7FF4D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AD58347D-60C4-B4C8-5D7D-8900F44C3C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Metin Yer Tutucusu 3">
            <a:extLst>
              <a:ext uri="{FF2B5EF4-FFF2-40B4-BE49-F238E27FC236}">
                <a16:creationId xmlns:a16="http://schemas.microsoft.com/office/drawing/2014/main" id="{93FA6D19-A7F4-EA9A-2AA8-2ADB91FFD3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EA748957-D466-F5CE-6BB9-2DA933909C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EBF425-2C81-E94D-AFD5-88E868AB882D}" type="datetimeFigureOut">
              <a:rPr lang="tr-TR" smtClean="0"/>
              <a:t>10.09.2025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ADA5C434-F004-FF0C-1901-F5AFB8A05A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6F0D13E1-36E5-72E6-3925-8AEF674D72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00493-2648-4C4F-97F3-EEC05CB2F27F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1089547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660D9076-C997-CBF9-CDC7-A1C5AA28ED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Resim Yer Tutucusu 2">
            <a:extLst>
              <a:ext uri="{FF2B5EF4-FFF2-40B4-BE49-F238E27FC236}">
                <a16:creationId xmlns:a16="http://schemas.microsoft.com/office/drawing/2014/main" id="{91B92ECE-FCB0-799C-907D-78FC2C9D58B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r-TR"/>
          </a:p>
        </p:txBody>
      </p:sp>
      <p:sp>
        <p:nvSpPr>
          <p:cNvPr id="4" name="Metin Yer Tutucusu 3">
            <a:extLst>
              <a:ext uri="{FF2B5EF4-FFF2-40B4-BE49-F238E27FC236}">
                <a16:creationId xmlns:a16="http://schemas.microsoft.com/office/drawing/2014/main" id="{5143142D-C3EB-F70D-EFFC-2A9BB375186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07620682-F828-68E1-003B-1CB7BF8865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EBF425-2C81-E94D-AFD5-88E868AB882D}" type="datetimeFigureOut">
              <a:rPr lang="tr-TR" smtClean="0"/>
              <a:t>10.09.2025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AB673E6B-3B26-843A-20FF-46A3E1BF0F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43360880-60B9-1DD7-EA8E-CB14CFF9A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00493-2648-4C4F-97F3-EEC05CB2F27F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4340880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 ve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48844853-D4F4-1E74-DC56-938C0A4305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Dikey Metin Yer Tutucusu 2">
            <a:extLst>
              <a:ext uri="{FF2B5EF4-FFF2-40B4-BE49-F238E27FC236}">
                <a16:creationId xmlns:a16="http://schemas.microsoft.com/office/drawing/2014/main" id="{E55D4F98-F8F1-B381-5285-3C2B21AD49C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3D404763-B084-F8CB-ADEA-497DC5322B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EBF425-2C81-E94D-AFD5-88E868AB882D}" type="datetimeFigureOut">
              <a:rPr lang="tr-TR" smtClean="0"/>
              <a:t>10.09.2025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8A1BF1F5-C726-3D41-51A4-2A9D2DB02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CD07E755-360C-989D-9414-90F36D06CD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00493-2648-4C4F-97F3-EEC05CB2F27F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263773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ey Başlık 1">
            <a:extLst>
              <a:ext uri="{FF2B5EF4-FFF2-40B4-BE49-F238E27FC236}">
                <a16:creationId xmlns:a16="http://schemas.microsoft.com/office/drawing/2014/main" id="{318E9149-40D7-73BC-FA1F-B4513188EA4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Dikey Metin Yer Tutucusu 2">
            <a:extLst>
              <a:ext uri="{FF2B5EF4-FFF2-40B4-BE49-F238E27FC236}">
                <a16:creationId xmlns:a16="http://schemas.microsoft.com/office/drawing/2014/main" id="{FBA61250-8B56-D081-2E2F-BC6CDFD35B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279F877B-DED1-17B5-C22B-1C883530CD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EBF425-2C81-E94D-AFD5-88E868AB882D}" type="datetimeFigureOut">
              <a:rPr lang="tr-TR" smtClean="0"/>
              <a:t>10.09.2025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9D67B3E1-C7F2-F4EC-7A76-43B31AACA6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30C6A285-490B-5629-98A4-CD11E15375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00493-2648-4C4F-97F3-EEC05CB2F27F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470754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Yer Tutucusu 1">
            <a:extLst>
              <a:ext uri="{FF2B5EF4-FFF2-40B4-BE49-F238E27FC236}">
                <a16:creationId xmlns:a16="http://schemas.microsoft.com/office/drawing/2014/main" id="{76ED70B6-FC5C-6925-B232-E6FBBEF5A0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0199B80D-6DE3-A0CC-27B6-114BBCACC0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7105A4A2-2803-63CE-E845-997F7C64829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5EBF425-2C81-E94D-AFD5-88E868AB882D}" type="datetimeFigureOut">
              <a:rPr lang="tr-TR" smtClean="0"/>
              <a:t>10.09.2025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24A2D3FC-8398-78D1-16F4-5D72E3537EB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636319BD-BE54-B922-EC24-CFFE55BC4E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ED00493-2648-4C4F-97F3-EEC05CB2F27F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4861378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webp"/><Relationship Id="rId5" Type="http://schemas.openxmlformats.org/officeDocument/2006/relationships/image" Target="../media/image2.png"/><Relationship Id="rId4" Type="http://schemas.openxmlformats.org/officeDocument/2006/relationships/image" Target="../media/image1.em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2.png"/><Relationship Id="rId4" Type="http://schemas.openxmlformats.org/officeDocument/2006/relationships/image" Target="../media/image1.e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jpg"/><Relationship Id="rId5" Type="http://schemas.openxmlformats.org/officeDocument/2006/relationships/image" Target="../media/image2.png"/><Relationship Id="rId4" Type="http://schemas.openxmlformats.org/officeDocument/2006/relationships/image" Target="../media/image1.e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jpg"/><Relationship Id="rId5" Type="http://schemas.openxmlformats.org/officeDocument/2006/relationships/image" Target="../media/image2.png"/><Relationship Id="rId4" Type="http://schemas.openxmlformats.org/officeDocument/2006/relationships/image" Target="../media/image1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BC460D-4B4E-3BF3-C7F5-24CA8B23FD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Freeform 9">
            <a:extLst>
              <a:ext uri="{FF2B5EF4-FFF2-40B4-BE49-F238E27FC236}">
                <a16:creationId xmlns:a16="http://schemas.microsoft.com/office/drawing/2014/main" id="{881C6781-B144-B9A2-D281-8343A7708A04}"/>
              </a:ext>
            </a:extLst>
          </p:cNvPr>
          <p:cNvSpPr/>
          <p:nvPr/>
        </p:nvSpPr>
        <p:spPr>
          <a:xfrm>
            <a:off x="1431720" y="1159200"/>
            <a:ext cx="293400" cy="302760"/>
          </a:xfrm>
          <a:custGeom>
            <a:avLst/>
            <a:gdLst>
              <a:gd name="textAreaLeft" fmla="*/ 0 w 293400"/>
              <a:gd name="textAreaRight" fmla="*/ 293760 w 293400"/>
              <a:gd name="textAreaTop" fmla="*/ 0 h 302760"/>
              <a:gd name="textAreaBottom" fmla="*/ 303120 h 302760"/>
            </a:gdLst>
            <a:ahLst/>
            <a:cxnLst/>
            <a:rect l="textAreaLeft" t="textAreaTop" r="textAreaRight" b="textAreaBottom"/>
            <a:pathLst>
              <a:path w="370" h="382">
                <a:moveTo>
                  <a:pt x="370" y="198"/>
                </a:moveTo>
                <a:lnTo>
                  <a:pt x="232" y="146"/>
                </a:lnTo>
                <a:lnTo>
                  <a:pt x="240" y="0"/>
                </a:lnTo>
                <a:lnTo>
                  <a:pt x="148" y="114"/>
                </a:lnTo>
                <a:lnTo>
                  <a:pt x="12" y="62"/>
                </a:lnTo>
                <a:lnTo>
                  <a:pt x="92" y="184"/>
                </a:lnTo>
                <a:lnTo>
                  <a:pt x="0" y="298"/>
                </a:lnTo>
                <a:lnTo>
                  <a:pt x="142" y="260"/>
                </a:lnTo>
                <a:lnTo>
                  <a:pt x="222" y="382"/>
                </a:lnTo>
                <a:lnTo>
                  <a:pt x="228" y="236"/>
                </a:lnTo>
                <a:lnTo>
                  <a:pt x="370" y="198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22680" rIns="45720" bIns="22680" numCol="1" spcCol="0" anchor="t">
            <a:noAutofit/>
          </a:bodyPr>
          <a:lstStyle/>
          <a:p>
            <a:pPr>
              <a:lnSpc>
                <a:spcPct val="100000"/>
              </a:lnSpc>
            </a:pPr>
            <a:endParaRPr lang="tr-TR" sz="9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134" name="Freeform 10">
            <a:extLst>
              <a:ext uri="{FF2B5EF4-FFF2-40B4-BE49-F238E27FC236}">
                <a16:creationId xmlns:a16="http://schemas.microsoft.com/office/drawing/2014/main" id="{7FC75BF2-BA8B-B1EE-D464-AD5CE6157D82}"/>
              </a:ext>
            </a:extLst>
          </p:cNvPr>
          <p:cNvSpPr/>
          <p:nvPr/>
        </p:nvSpPr>
        <p:spPr>
          <a:xfrm>
            <a:off x="1444680" y="741600"/>
            <a:ext cx="93240" cy="447120"/>
          </a:xfrm>
          <a:custGeom>
            <a:avLst/>
            <a:gdLst>
              <a:gd name="textAreaLeft" fmla="*/ 0 w 93240"/>
              <a:gd name="textAreaRight" fmla="*/ 93600 w 93240"/>
              <a:gd name="textAreaTop" fmla="*/ 0 h 447120"/>
              <a:gd name="textAreaBottom" fmla="*/ 447480 h 447120"/>
            </a:gdLst>
            <a:ahLst/>
            <a:cxnLst/>
            <a:rect l="textAreaLeft" t="textAreaTop" r="textAreaRight" b="textAreaBottom"/>
            <a:pathLst>
              <a:path w="118" h="564">
                <a:moveTo>
                  <a:pt x="118" y="0"/>
                </a:moveTo>
                <a:lnTo>
                  <a:pt x="0" y="126"/>
                </a:lnTo>
                <a:lnTo>
                  <a:pt x="0" y="564"/>
                </a:lnTo>
                <a:lnTo>
                  <a:pt x="118" y="452"/>
                </a:lnTo>
                <a:lnTo>
                  <a:pt x="11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22680" rIns="45720" bIns="22680" numCol="1" spcCol="0" anchor="t">
            <a:noAutofit/>
          </a:bodyPr>
          <a:lstStyle/>
          <a:p>
            <a:pPr>
              <a:lnSpc>
                <a:spcPct val="100000"/>
              </a:lnSpc>
            </a:pPr>
            <a:endParaRPr lang="tr-TR" sz="9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141" name="Freeform 17">
            <a:extLst>
              <a:ext uri="{FF2B5EF4-FFF2-40B4-BE49-F238E27FC236}">
                <a16:creationId xmlns:a16="http://schemas.microsoft.com/office/drawing/2014/main" id="{44DF1DA5-B0CD-E185-B64F-9CCF9708F3B9}"/>
              </a:ext>
            </a:extLst>
          </p:cNvPr>
          <p:cNvSpPr/>
          <p:nvPr/>
        </p:nvSpPr>
        <p:spPr>
          <a:xfrm>
            <a:off x="3400200" y="784440"/>
            <a:ext cx="604440" cy="704520"/>
          </a:xfrm>
          <a:custGeom>
            <a:avLst/>
            <a:gdLst>
              <a:gd name="textAreaLeft" fmla="*/ 0 w 604440"/>
              <a:gd name="textAreaRight" fmla="*/ 604800 w 604440"/>
              <a:gd name="textAreaTop" fmla="*/ 0 h 704520"/>
              <a:gd name="textAreaBottom" fmla="*/ 704880 h 704520"/>
            </a:gdLst>
            <a:ahLst/>
            <a:cxnLst/>
            <a:rect l="textAreaLeft" t="textAreaTop" r="textAreaRight" b="textAreaBottom"/>
            <a:pathLst>
              <a:path w="762" h="888">
                <a:moveTo>
                  <a:pt x="524" y="888"/>
                </a:moveTo>
                <a:lnTo>
                  <a:pt x="188" y="446"/>
                </a:lnTo>
                <a:lnTo>
                  <a:pt x="188" y="888"/>
                </a:lnTo>
                <a:lnTo>
                  <a:pt x="0" y="888"/>
                </a:lnTo>
                <a:lnTo>
                  <a:pt x="0" y="0"/>
                </a:lnTo>
                <a:lnTo>
                  <a:pt x="188" y="0"/>
                </a:lnTo>
                <a:lnTo>
                  <a:pt x="188" y="426"/>
                </a:lnTo>
                <a:lnTo>
                  <a:pt x="536" y="0"/>
                </a:lnTo>
                <a:lnTo>
                  <a:pt x="760" y="0"/>
                </a:lnTo>
                <a:lnTo>
                  <a:pt x="404" y="434"/>
                </a:lnTo>
                <a:lnTo>
                  <a:pt x="762" y="888"/>
                </a:lnTo>
                <a:lnTo>
                  <a:pt x="524" y="888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22680" rIns="45720" bIns="22680" numCol="1" spcCol="0" anchor="t">
            <a:noAutofit/>
          </a:bodyPr>
          <a:lstStyle/>
          <a:p>
            <a:pPr>
              <a:lnSpc>
                <a:spcPct val="100000"/>
              </a:lnSpc>
            </a:pPr>
            <a:endParaRPr lang="tr-TR" sz="9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148" name="Freeform 24">
            <a:extLst>
              <a:ext uri="{FF2B5EF4-FFF2-40B4-BE49-F238E27FC236}">
                <a16:creationId xmlns:a16="http://schemas.microsoft.com/office/drawing/2014/main" id="{5E3C7982-CE74-4234-847F-0C02E7B1D311}"/>
              </a:ext>
            </a:extLst>
          </p:cNvPr>
          <p:cNvSpPr/>
          <p:nvPr/>
        </p:nvSpPr>
        <p:spPr>
          <a:xfrm>
            <a:off x="4613760" y="1465560"/>
            <a:ext cx="88560" cy="529200"/>
          </a:xfrm>
          <a:custGeom>
            <a:avLst/>
            <a:gdLst>
              <a:gd name="textAreaLeft" fmla="*/ 0 w 88560"/>
              <a:gd name="textAreaRight" fmla="*/ 88920 w 88560"/>
              <a:gd name="textAreaTop" fmla="*/ 0 h 529200"/>
              <a:gd name="textAreaBottom" fmla="*/ 529560 h 529200"/>
            </a:gdLst>
            <a:ahLst/>
            <a:cxnLst/>
            <a:rect l="textAreaLeft" t="textAreaTop" r="textAreaRight" b="textAreaBottom"/>
            <a:pathLst>
              <a:path w="112" h="667">
                <a:moveTo>
                  <a:pt x="0" y="102"/>
                </a:moveTo>
                <a:lnTo>
                  <a:pt x="0" y="0"/>
                </a:lnTo>
                <a:lnTo>
                  <a:pt x="112" y="0"/>
                </a:lnTo>
                <a:lnTo>
                  <a:pt x="112" y="102"/>
                </a:lnTo>
                <a:lnTo>
                  <a:pt x="0" y="102"/>
                </a:lnTo>
                <a:close/>
                <a:moveTo>
                  <a:pt x="0" y="667"/>
                </a:moveTo>
                <a:lnTo>
                  <a:pt x="0" y="161"/>
                </a:lnTo>
                <a:lnTo>
                  <a:pt x="112" y="161"/>
                </a:lnTo>
                <a:lnTo>
                  <a:pt x="112" y="667"/>
                </a:lnTo>
                <a:lnTo>
                  <a:pt x="0" y="667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22680" rIns="45720" bIns="22680" numCol="1" spcCol="0" anchor="t">
            <a:noAutofit/>
          </a:bodyPr>
          <a:lstStyle/>
          <a:p>
            <a:pPr>
              <a:lnSpc>
                <a:spcPct val="100000"/>
              </a:lnSpc>
            </a:pPr>
            <a:endParaRPr lang="tr-TR" sz="9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3" name="Metin kutusu 2">
            <a:extLst>
              <a:ext uri="{FF2B5EF4-FFF2-40B4-BE49-F238E27FC236}">
                <a16:creationId xmlns:a16="http://schemas.microsoft.com/office/drawing/2014/main" id="{C24DC6C6-86C9-32E2-53B9-9097FE2D769D}"/>
              </a:ext>
            </a:extLst>
          </p:cNvPr>
          <p:cNvSpPr txBox="1"/>
          <p:nvPr/>
        </p:nvSpPr>
        <p:spPr>
          <a:xfrm>
            <a:off x="1360279" y="2807368"/>
            <a:ext cx="9471202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r-TR" sz="50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MLOps</a:t>
            </a:r>
            <a:r>
              <a:rPr lang="tr-TR" sz="5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Gerçek Dünya Uygulamaları</a:t>
            </a:r>
          </a:p>
        </p:txBody>
      </p:sp>
      <p:pic>
        <p:nvPicPr>
          <p:cNvPr id="9" name="Resim 8">
            <a:extLst>
              <a:ext uri="{FF2B5EF4-FFF2-40B4-BE49-F238E27FC236}">
                <a16:creationId xmlns:a16="http://schemas.microsoft.com/office/drawing/2014/main" id="{910D51CB-65F7-AD5C-39A0-70465E73AE8E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40000"/>
          </a:blip>
          <a:stretch>
            <a:fillRect/>
          </a:stretch>
        </p:blipFill>
        <p:spPr>
          <a:xfrm>
            <a:off x="11091976" y="400513"/>
            <a:ext cx="628745" cy="400110"/>
          </a:xfrm>
          <a:prstGeom prst="rect">
            <a:avLst/>
          </a:prstGeom>
        </p:spPr>
      </p:pic>
      <p:pic>
        <p:nvPicPr>
          <p:cNvPr id="5" name="Resim 4" descr="metin, yazı tipi, grafik, grafik tasarım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055EBB53-A9D9-3347-45EF-8F68AD7AAA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1279" y="400513"/>
            <a:ext cx="891484" cy="320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53058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D7F52F-9264-CB08-9BCB-49CB0D6AEE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Resim 5">
            <a:extLst>
              <a:ext uri="{FF2B5EF4-FFF2-40B4-BE49-F238E27FC236}">
                <a16:creationId xmlns:a16="http://schemas.microsoft.com/office/drawing/2014/main" id="{058C49FF-7A39-7D9C-CEF8-F502CB044D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4116" y="960365"/>
            <a:ext cx="9607605" cy="4925336"/>
          </a:xfrm>
          <a:prstGeom prst="rect">
            <a:avLst/>
          </a:prstGeom>
        </p:spPr>
      </p:pic>
      <p:sp>
        <p:nvSpPr>
          <p:cNvPr id="133" name="Freeform 9">
            <a:extLst>
              <a:ext uri="{FF2B5EF4-FFF2-40B4-BE49-F238E27FC236}">
                <a16:creationId xmlns:a16="http://schemas.microsoft.com/office/drawing/2014/main" id="{A3390EDF-A3E9-9337-7085-25087B9A063D}"/>
              </a:ext>
            </a:extLst>
          </p:cNvPr>
          <p:cNvSpPr/>
          <p:nvPr/>
        </p:nvSpPr>
        <p:spPr>
          <a:xfrm>
            <a:off x="1431720" y="1159200"/>
            <a:ext cx="293400" cy="302760"/>
          </a:xfrm>
          <a:custGeom>
            <a:avLst/>
            <a:gdLst>
              <a:gd name="textAreaLeft" fmla="*/ 0 w 293400"/>
              <a:gd name="textAreaRight" fmla="*/ 293760 w 293400"/>
              <a:gd name="textAreaTop" fmla="*/ 0 h 302760"/>
              <a:gd name="textAreaBottom" fmla="*/ 303120 h 302760"/>
            </a:gdLst>
            <a:ahLst/>
            <a:cxnLst/>
            <a:rect l="textAreaLeft" t="textAreaTop" r="textAreaRight" b="textAreaBottom"/>
            <a:pathLst>
              <a:path w="370" h="382">
                <a:moveTo>
                  <a:pt x="370" y="198"/>
                </a:moveTo>
                <a:lnTo>
                  <a:pt x="232" y="146"/>
                </a:lnTo>
                <a:lnTo>
                  <a:pt x="240" y="0"/>
                </a:lnTo>
                <a:lnTo>
                  <a:pt x="148" y="114"/>
                </a:lnTo>
                <a:lnTo>
                  <a:pt x="12" y="62"/>
                </a:lnTo>
                <a:lnTo>
                  <a:pt x="92" y="184"/>
                </a:lnTo>
                <a:lnTo>
                  <a:pt x="0" y="298"/>
                </a:lnTo>
                <a:lnTo>
                  <a:pt x="142" y="260"/>
                </a:lnTo>
                <a:lnTo>
                  <a:pt x="222" y="382"/>
                </a:lnTo>
                <a:lnTo>
                  <a:pt x="228" y="236"/>
                </a:lnTo>
                <a:lnTo>
                  <a:pt x="370" y="198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22680" rIns="45720" bIns="22680" numCol="1" spcCol="0" anchor="t">
            <a:noAutofit/>
          </a:bodyPr>
          <a:lstStyle/>
          <a:p>
            <a:pPr>
              <a:lnSpc>
                <a:spcPct val="100000"/>
              </a:lnSpc>
            </a:pPr>
            <a:endParaRPr lang="tr-TR" sz="9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148" name="Freeform 24">
            <a:extLst>
              <a:ext uri="{FF2B5EF4-FFF2-40B4-BE49-F238E27FC236}">
                <a16:creationId xmlns:a16="http://schemas.microsoft.com/office/drawing/2014/main" id="{DC69367B-7AE5-CF43-37BD-49E83800FA0A}"/>
              </a:ext>
            </a:extLst>
          </p:cNvPr>
          <p:cNvSpPr/>
          <p:nvPr/>
        </p:nvSpPr>
        <p:spPr>
          <a:xfrm>
            <a:off x="4613760" y="1465560"/>
            <a:ext cx="88560" cy="529200"/>
          </a:xfrm>
          <a:custGeom>
            <a:avLst/>
            <a:gdLst>
              <a:gd name="textAreaLeft" fmla="*/ 0 w 88560"/>
              <a:gd name="textAreaRight" fmla="*/ 88920 w 88560"/>
              <a:gd name="textAreaTop" fmla="*/ 0 h 529200"/>
              <a:gd name="textAreaBottom" fmla="*/ 529560 h 529200"/>
            </a:gdLst>
            <a:ahLst/>
            <a:cxnLst/>
            <a:rect l="textAreaLeft" t="textAreaTop" r="textAreaRight" b="textAreaBottom"/>
            <a:pathLst>
              <a:path w="112" h="667">
                <a:moveTo>
                  <a:pt x="0" y="102"/>
                </a:moveTo>
                <a:lnTo>
                  <a:pt x="0" y="0"/>
                </a:lnTo>
                <a:lnTo>
                  <a:pt x="112" y="0"/>
                </a:lnTo>
                <a:lnTo>
                  <a:pt x="112" y="102"/>
                </a:lnTo>
                <a:lnTo>
                  <a:pt x="0" y="102"/>
                </a:lnTo>
                <a:close/>
                <a:moveTo>
                  <a:pt x="0" y="667"/>
                </a:moveTo>
                <a:lnTo>
                  <a:pt x="0" y="161"/>
                </a:lnTo>
                <a:lnTo>
                  <a:pt x="112" y="161"/>
                </a:lnTo>
                <a:lnTo>
                  <a:pt x="112" y="667"/>
                </a:lnTo>
                <a:lnTo>
                  <a:pt x="0" y="667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22680" rIns="45720" bIns="22680" numCol="1" spcCol="0" anchor="t">
            <a:noAutofit/>
          </a:bodyPr>
          <a:lstStyle/>
          <a:p>
            <a:pPr>
              <a:lnSpc>
                <a:spcPct val="100000"/>
              </a:lnSpc>
            </a:pPr>
            <a:endParaRPr lang="tr-TR" sz="9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8" name="Metin kutusu 7">
            <a:extLst>
              <a:ext uri="{FF2B5EF4-FFF2-40B4-BE49-F238E27FC236}">
                <a16:creationId xmlns:a16="http://schemas.microsoft.com/office/drawing/2014/main" id="{E2AEEB65-F45A-1F07-5DE8-1AFAE79E990A}"/>
              </a:ext>
            </a:extLst>
          </p:cNvPr>
          <p:cNvSpPr txBox="1"/>
          <p:nvPr/>
        </p:nvSpPr>
        <p:spPr>
          <a:xfrm>
            <a:off x="380779" y="341490"/>
            <a:ext cx="497261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Kahveciler</a:t>
            </a:r>
          </a:p>
        </p:txBody>
      </p:sp>
      <p:pic>
        <p:nvPicPr>
          <p:cNvPr id="10" name="Resim 9">
            <a:extLst>
              <a:ext uri="{FF2B5EF4-FFF2-40B4-BE49-F238E27FC236}">
                <a16:creationId xmlns:a16="http://schemas.microsoft.com/office/drawing/2014/main" id="{8F8F5766-63DB-50E5-3AE3-FD3CF88DD16C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40000"/>
          </a:blip>
          <a:stretch>
            <a:fillRect/>
          </a:stretch>
        </p:blipFill>
        <p:spPr>
          <a:xfrm>
            <a:off x="490497" y="6116400"/>
            <a:ext cx="628745" cy="400110"/>
          </a:xfrm>
          <a:prstGeom prst="rect">
            <a:avLst/>
          </a:prstGeom>
          <a:effectLst>
            <a:outerShdw sx="1000" sy="1000" algn="ctr" rotWithShape="0">
              <a:srgbClr val="000000">
                <a:alpha val="99940"/>
              </a:srgbClr>
            </a:outerShdw>
          </a:effectLst>
        </p:spPr>
      </p:pic>
      <p:sp>
        <p:nvSpPr>
          <p:cNvPr id="4" name="Metin kutusu 3">
            <a:extLst>
              <a:ext uri="{FF2B5EF4-FFF2-40B4-BE49-F238E27FC236}">
                <a16:creationId xmlns:a16="http://schemas.microsoft.com/office/drawing/2014/main" id="{8F8168C5-0959-406B-F3AB-1F23C73FF6C9}"/>
              </a:ext>
            </a:extLst>
          </p:cNvPr>
          <p:cNvSpPr txBox="1"/>
          <p:nvPr/>
        </p:nvSpPr>
        <p:spPr>
          <a:xfrm>
            <a:off x="5689022" y="2799781"/>
            <a:ext cx="480707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sv-SE" sz="15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2011 → mobil uygulama &amp; sadakat programı</a:t>
            </a:r>
            <a:endParaRPr lang="tr-TR" sz="15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ctr">
              <a:buFont typeface="Arial" panose="020B0604020202020204" pitchFamily="34" charset="0"/>
              <a:buChar char="•"/>
            </a:pPr>
            <a:endParaRPr lang="tr-TR" sz="1500" b="1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tr-TR" sz="15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2019 → </a:t>
            </a:r>
            <a:r>
              <a:rPr lang="tr-TR" sz="15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Deep</a:t>
            </a:r>
            <a:r>
              <a:rPr lang="tr-TR" sz="15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tr-TR" sz="15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Brew</a:t>
            </a:r>
            <a:r>
              <a:rPr lang="tr-TR" sz="15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platformu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endParaRPr lang="tr-TR" sz="15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tr-TR" sz="15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Başarı: 2019’dan beri gelir ~36,8 milyar USD, yıllık %11,5 büyüme</a:t>
            </a:r>
          </a:p>
        </p:txBody>
      </p:sp>
      <p:pic>
        <p:nvPicPr>
          <p:cNvPr id="2" name="Resim 1" descr="metin, yazı tipi, grafik, grafik tasarım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4BAC6C96-A244-B061-3F5B-339FD40EF01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09814" y="400513"/>
            <a:ext cx="891484" cy="320020"/>
          </a:xfrm>
          <a:prstGeom prst="rect">
            <a:avLst/>
          </a:prstGeom>
        </p:spPr>
      </p:pic>
      <p:pic>
        <p:nvPicPr>
          <p:cNvPr id="7" name="Resim 6">
            <a:extLst>
              <a:ext uri="{FF2B5EF4-FFF2-40B4-BE49-F238E27FC236}">
                <a16:creationId xmlns:a16="http://schemas.microsoft.com/office/drawing/2014/main" id="{E8167561-5001-85EC-9A6E-248AAF3342B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03603" y="2421847"/>
            <a:ext cx="3349793" cy="22331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58671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31732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E5F3980-68AA-E2EC-424E-1E9550AA15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Resim 5">
            <a:extLst>
              <a:ext uri="{FF2B5EF4-FFF2-40B4-BE49-F238E27FC236}">
                <a16:creationId xmlns:a16="http://schemas.microsoft.com/office/drawing/2014/main" id="{8A6242F3-F998-A439-181F-B8D880559D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4116" y="960365"/>
            <a:ext cx="9607605" cy="4925336"/>
          </a:xfrm>
          <a:prstGeom prst="rect">
            <a:avLst/>
          </a:prstGeom>
        </p:spPr>
      </p:pic>
      <p:sp>
        <p:nvSpPr>
          <p:cNvPr id="133" name="Freeform 9">
            <a:extLst>
              <a:ext uri="{FF2B5EF4-FFF2-40B4-BE49-F238E27FC236}">
                <a16:creationId xmlns:a16="http://schemas.microsoft.com/office/drawing/2014/main" id="{C8A67E39-92C2-C9C5-4DCB-55B82E51BBB2}"/>
              </a:ext>
            </a:extLst>
          </p:cNvPr>
          <p:cNvSpPr/>
          <p:nvPr/>
        </p:nvSpPr>
        <p:spPr>
          <a:xfrm>
            <a:off x="1431720" y="1159200"/>
            <a:ext cx="293400" cy="302760"/>
          </a:xfrm>
          <a:custGeom>
            <a:avLst/>
            <a:gdLst>
              <a:gd name="textAreaLeft" fmla="*/ 0 w 293400"/>
              <a:gd name="textAreaRight" fmla="*/ 293760 w 293400"/>
              <a:gd name="textAreaTop" fmla="*/ 0 h 302760"/>
              <a:gd name="textAreaBottom" fmla="*/ 303120 h 302760"/>
            </a:gdLst>
            <a:ahLst/>
            <a:cxnLst/>
            <a:rect l="textAreaLeft" t="textAreaTop" r="textAreaRight" b="textAreaBottom"/>
            <a:pathLst>
              <a:path w="370" h="382">
                <a:moveTo>
                  <a:pt x="370" y="198"/>
                </a:moveTo>
                <a:lnTo>
                  <a:pt x="232" y="146"/>
                </a:lnTo>
                <a:lnTo>
                  <a:pt x="240" y="0"/>
                </a:lnTo>
                <a:lnTo>
                  <a:pt x="148" y="114"/>
                </a:lnTo>
                <a:lnTo>
                  <a:pt x="12" y="62"/>
                </a:lnTo>
                <a:lnTo>
                  <a:pt x="92" y="184"/>
                </a:lnTo>
                <a:lnTo>
                  <a:pt x="0" y="298"/>
                </a:lnTo>
                <a:lnTo>
                  <a:pt x="142" y="260"/>
                </a:lnTo>
                <a:lnTo>
                  <a:pt x="222" y="382"/>
                </a:lnTo>
                <a:lnTo>
                  <a:pt x="228" y="236"/>
                </a:lnTo>
                <a:lnTo>
                  <a:pt x="370" y="198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22680" rIns="45720" bIns="22680" numCol="1" spcCol="0" anchor="t">
            <a:noAutofit/>
          </a:bodyPr>
          <a:lstStyle/>
          <a:p>
            <a:pPr>
              <a:lnSpc>
                <a:spcPct val="100000"/>
              </a:lnSpc>
            </a:pPr>
            <a:endParaRPr lang="tr-TR" sz="9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148" name="Freeform 24">
            <a:extLst>
              <a:ext uri="{FF2B5EF4-FFF2-40B4-BE49-F238E27FC236}">
                <a16:creationId xmlns:a16="http://schemas.microsoft.com/office/drawing/2014/main" id="{74E85B3E-5A9F-46B2-B9CD-B62B51E2BBDE}"/>
              </a:ext>
            </a:extLst>
          </p:cNvPr>
          <p:cNvSpPr/>
          <p:nvPr/>
        </p:nvSpPr>
        <p:spPr>
          <a:xfrm>
            <a:off x="4613760" y="1465560"/>
            <a:ext cx="88560" cy="529200"/>
          </a:xfrm>
          <a:custGeom>
            <a:avLst/>
            <a:gdLst>
              <a:gd name="textAreaLeft" fmla="*/ 0 w 88560"/>
              <a:gd name="textAreaRight" fmla="*/ 88920 w 88560"/>
              <a:gd name="textAreaTop" fmla="*/ 0 h 529200"/>
              <a:gd name="textAreaBottom" fmla="*/ 529560 h 529200"/>
            </a:gdLst>
            <a:ahLst/>
            <a:cxnLst/>
            <a:rect l="textAreaLeft" t="textAreaTop" r="textAreaRight" b="textAreaBottom"/>
            <a:pathLst>
              <a:path w="112" h="667">
                <a:moveTo>
                  <a:pt x="0" y="102"/>
                </a:moveTo>
                <a:lnTo>
                  <a:pt x="0" y="0"/>
                </a:lnTo>
                <a:lnTo>
                  <a:pt x="112" y="0"/>
                </a:lnTo>
                <a:lnTo>
                  <a:pt x="112" y="102"/>
                </a:lnTo>
                <a:lnTo>
                  <a:pt x="0" y="102"/>
                </a:lnTo>
                <a:close/>
                <a:moveTo>
                  <a:pt x="0" y="667"/>
                </a:moveTo>
                <a:lnTo>
                  <a:pt x="0" y="161"/>
                </a:lnTo>
                <a:lnTo>
                  <a:pt x="112" y="161"/>
                </a:lnTo>
                <a:lnTo>
                  <a:pt x="112" y="667"/>
                </a:lnTo>
                <a:lnTo>
                  <a:pt x="0" y="667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22680" rIns="45720" bIns="22680" numCol="1" spcCol="0" anchor="t">
            <a:noAutofit/>
          </a:bodyPr>
          <a:lstStyle/>
          <a:p>
            <a:pPr>
              <a:lnSpc>
                <a:spcPct val="100000"/>
              </a:lnSpc>
            </a:pPr>
            <a:endParaRPr lang="tr-TR" sz="9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8" name="Metin kutusu 7">
            <a:extLst>
              <a:ext uri="{FF2B5EF4-FFF2-40B4-BE49-F238E27FC236}">
                <a16:creationId xmlns:a16="http://schemas.microsoft.com/office/drawing/2014/main" id="{10E5F59B-C142-8C57-4B5A-40866C121D32}"/>
              </a:ext>
            </a:extLst>
          </p:cNvPr>
          <p:cNvSpPr txBox="1"/>
          <p:nvPr/>
        </p:nvSpPr>
        <p:spPr>
          <a:xfrm>
            <a:off x="380779" y="341490"/>
            <a:ext cx="497261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0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Fast</a:t>
            </a:r>
            <a:r>
              <a:rPr lang="tr-TR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tr-TR" sz="20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Food</a:t>
            </a:r>
            <a:endParaRPr lang="tr-TR" sz="2000" b="1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" name="Resim 9">
            <a:extLst>
              <a:ext uri="{FF2B5EF4-FFF2-40B4-BE49-F238E27FC236}">
                <a16:creationId xmlns:a16="http://schemas.microsoft.com/office/drawing/2014/main" id="{416799E9-60DF-BAB2-99F6-720C84047922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40000"/>
          </a:blip>
          <a:stretch>
            <a:fillRect/>
          </a:stretch>
        </p:blipFill>
        <p:spPr>
          <a:xfrm>
            <a:off x="490497" y="6116400"/>
            <a:ext cx="628745" cy="400110"/>
          </a:xfrm>
          <a:prstGeom prst="rect">
            <a:avLst/>
          </a:prstGeom>
          <a:effectLst>
            <a:outerShdw sx="1000" sy="1000" algn="ctr" rotWithShape="0">
              <a:srgbClr val="000000">
                <a:alpha val="99940"/>
              </a:srgbClr>
            </a:outerShdw>
          </a:effectLst>
        </p:spPr>
      </p:pic>
      <p:sp>
        <p:nvSpPr>
          <p:cNvPr id="4" name="Metin kutusu 3">
            <a:extLst>
              <a:ext uri="{FF2B5EF4-FFF2-40B4-BE49-F238E27FC236}">
                <a16:creationId xmlns:a16="http://schemas.microsoft.com/office/drawing/2014/main" id="{595A1E61-7C8E-5195-FC3F-D0073717138F}"/>
              </a:ext>
            </a:extLst>
          </p:cNvPr>
          <p:cNvSpPr txBox="1"/>
          <p:nvPr/>
        </p:nvSpPr>
        <p:spPr>
          <a:xfrm>
            <a:off x="5515673" y="2684369"/>
            <a:ext cx="515377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tr-TR" sz="15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1940’tan bu yana en büyük restoran zincirlerinden biri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endParaRPr lang="tr-TR" sz="15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tr-TR" sz="15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2018 → Drive-</a:t>
            </a:r>
            <a:r>
              <a:rPr lang="tr-TR" sz="15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Thru</a:t>
            </a:r>
            <a:r>
              <a:rPr lang="tr-TR" sz="15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ekranlarında </a:t>
            </a:r>
            <a:r>
              <a:rPr lang="tr-TR" sz="15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MLOps</a:t>
            </a:r>
            <a:r>
              <a:rPr lang="tr-TR" sz="15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destekli öneriler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endParaRPr lang="tr-TR" sz="15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tr-TR" sz="15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2019 → ABD ve uluslararası şubelere yayılım</a:t>
            </a:r>
          </a:p>
        </p:txBody>
      </p:sp>
      <p:pic>
        <p:nvPicPr>
          <p:cNvPr id="2" name="Resim 1" descr="metin, yazı tipi, grafik, grafik tasarım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530F3E71-849D-A3C4-AF16-315ED0C5259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09814" y="400513"/>
            <a:ext cx="891484" cy="320020"/>
          </a:xfrm>
          <a:prstGeom prst="rect">
            <a:avLst/>
          </a:prstGeom>
        </p:spPr>
      </p:pic>
      <p:pic>
        <p:nvPicPr>
          <p:cNvPr id="7" name="Resim 6">
            <a:extLst>
              <a:ext uri="{FF2B5EF4-FFF2-40B4-BE49-F238E27FC236}">
                <a16:creationId xmlns:a16="http://schemas.microsoft.com/office/drawing/2014/main" id="{4BDFCE4D-7144-1F69-820F-7F261631A42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50933" y="2110038"/>
            <a:ext cx="2637924" cy="26379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95585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C5B7E0-8BD4-89A7-C832-0AB3FD5A8E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Resim 5">
            <a:extLst>
              <a:ext uri="{FF2B5EF4-FFF2-40B4-BE49-F238E27FC236}">
                <a16:creationId xmlns:a16="http://schemas.microsoft.com/office/drawing/2014/main" id="{E9D1966C-02BB-2F23-598F-D2115ADAC3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4116" y="960365"/>
            <a:ext cx="9607605" cy="4925336"/>
          </a:xfrm>
          <a:prstGeom prst="rect">
            <a:avLst/>
          </a:prstGeom>
        </p:spPr>
      </p:pic>
      <p:sp>
        <p:nvSpPr>
          <p:cNvPr id="133" name="Freeform 9">
            <a:extLst>
              <a:ext uri="{FF2B5EF4-FFF2-40B4-BE49-F238E27FC236}">
                <a16:creationId xmlns:a16="http://schemas.microsoft.com/office/drawing/2014/main" id="{C6C290FF-CD5B-4772-6D81-625245164EF4}"/>
              </a:ext>
            </a:extLst>
          </p:cNvPr>
          <p:cNvSpPr/>
          <p:nvPr/>
        </p:nvSpPr>
        <p:spPr>
          <a:xfrm>
            <a:off x="1431720" y="1159200"/>
            <a:ext cx="293400" cy="302760"/>
          </a:xfrm>
          <a:custGeom>
            <a:avLst/>
            <a:gdLst>
              <a:gd name="textAreaLeft" fmla="*/ 0 w 293400"/>
              <a:gd name="textAreaRight" fmla="*/ 293760 w 293400"/>
              <a:gd name="textAreaTop" fmla="*/ 0 h 302760"/>
              <a:gd name="textAreaBottom" fmla="*/ 303120 h 302760"/>
            </a:gdLst>
            <a:ahLst/>
            <a:cxnLst/>
            <a:rect l="textAreaLeft" t="textAreaTop" r="textAreaRight" b="textAreaBottom"/>
            <a:pathLst>
              <a:path w="370" h="382">
                <a:moveTo>
                  <a:pt x="370" y="198"/>
                </a:moveTo>
                <a:lnTo>
                  <a:pt x="232" y="146"/>
                </a:lnTo>
                <a:lnTo>
                  <a:pt x="240" y="0"/>
                </a:lnTo>
                <a:lnTo>
                  <a:pt x="148" y="114"/>
                </a:lnTo>
                <a:lnTo>
                  <a:pt x="12" y="62"/>
                </a:lnTo>
                <a:lnTo>
                  <a:pt x="92" y="184"/>
                </a:lnTo>
                <a:lnTo>
                  <a:pt x="0" y="298"/>
                </a:lnTo>
                <a:lnTo>
                  <a:pt x="142" y="260"/>
                </a:lnTo>
                <a:lnTo>
                  <a:pt x="222" y="382"/>
                </a:lnTo>
                <a:lnTo>
                  <a:pt x="228" y="236"/>
                </a:lnTo>
                <a:lnTo>
                  <a:pt x="370" y="198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22680" rIns="45720" bIns="22680" numCol="1" spcCol="0" anchor="t">
            <a:noAutofit/>
          </a:bodyPr>
          <a:lstStyle/>
          <a:p>
            <a:pPr>
              <a:lnSpc>
                <a:spcPct val="100000"/>
              </a:lnSpc>
            </a:pPr>
            <a:endParaRPr lang="tr-TR" sz="9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148" name="Freeform 24">
            <a:extLst>
              <a:ext uri="{FF2B5EF4-FFF2-40B4-BE49-F238E27FC236}">
                <a16:creationId xmlns:a16="http://schemas.microsoft.com/office/drawing/2014/main" id="{A6FBF17C-19B7-B530-8352-3F115D78FB2C}"/>
              </a:ext>
            </a:extLst>
          </p:cNvPr>
          <p:cNvSpPr/>
          <p:nvPr/>
        </p:nvSpPr>
        <p:spPr>
          <a:xfrm>
            <a:off x="4613760" y="1465560"/>
            <a:ext cx="88560" cy="529200"/>
          </a:xfrm>
          <a:custGeom>
            <a:avLst/>
            <a:gdLst>
              <a:gd name="textAreaLeft" fmla="*/ 0 w 88560"/>
              <a:gd name="textAreaRight" fmla="*/ 88920 w 88560"/>
              <a:gd name="textAreaTop" fmla="*/ 0 h 529200"/>
              <a:gd name="textAreaBottom" fmla="*/ 529560 h 529200"/>
            </a:gdLst>
            <a:ahLst/>
            <a:cxnLst/>
            <a:rect l="textAreaLeft" t="textAreaTop" r="textAreaRight" b="textAreaBottom"/>
            <a:pathLst>
              <a:path w="112" h="667">
                <a:moveTo>
                  <a:pt x="0" y="102"/>
                </a:moveTo>
                <a:lnTo>
                  <a:pt x="0" y="0"/>
                </a:lnTo>
                <a:lnTo>
                  <a:pt x="112" y="0"/>
                </a:lnTo>
                <a:lnTo>
                  <a:pt x="112" y="102"/>
                </a:lnTo>
                <a:lnTo>
                  <a:pt x="0" y="102"/>
                </a:lnTo>
                <a:close/>
                <a:moveTo>
                  <a:pt x="0" y="667"/>
                </a:moveTo>
                <a:lnTo>
                  <a:pt x="0" y="161"/>
                </a:lnTo>
                <a:lnTo>
                  <a:pt x="112" y="161"/>
                </a:lnTo>
                <a:lnTo>
                  <a:pt x="112" y="667"/>
                </a:lnTo>
                <a:lnTo>
                  <a:pt x="0" y="667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22680" rIns="45720" bIns="22680" numCol="1" spcCol="0" anchor="t">
            <a:noAutofit/>
          </a:bodyPr>
          <a:lstStyle/>
          <a:p>
            <a:pPr>
              <a:lnSpc>
                <a:spcPct val="100000"/>
              </a:lnSpc>
            </a:pPr>
            <a:endParaRPr lang="tr-TR" sz="9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8" name="Metin kutusu 7">
            <a:extLst>
              <a:ext uri="{FF2B5EF4-FFF2-40B4-BE49-F238E27FC236}">
                <a16:creationId xmlns:a16="http://schemas.microsoft.com/office/drawing/2014/main" id="{E77696E4-74DF-E361-4E42-1D329A30D246}"/>
              </a:ext>
            </a:extLst>
          </p:cNvPr>
          <p:cNvSpPr txBox="1"/>
          <p:nvPr/>
        </p:nvSpPr>
        <p:spPr>
          <a:xfrm>
            <a:off x="380779" y="341490"/>
            <a:ext cx="540487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Market Kaynak Yönetimi</a:t>
            </a:r>
          </a:p>
        </p:txBody>
      </p:sp>
      <p:pic>
        <p:nvPicPr>
          <p:cNvPr id="10" name="Resim 9">
            <a:extLst>
              <a:ext uri="{FF2B5EF4-FFF2-40B4-BE49-F238E27FC236}">
                <a16:creationId xmlns:a16="http://schemas.microsoft.com/office/drawing/2014/main" id="{2256BD1C-BCC2-7340-F65A-6DCD04692E5A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40000"/>
          </a:blip>
          <a:stretch>
            <a:fillRect/>
          </a:stretch>
        </p:blipFill>
        <p:spPr>
          <a:xfrm>
            <a:off x="490497" y="6116400"/>
            <a:ext cx="628745" cy="400110"/>
          </a:xfrm>
          <a:prstGeom prst="rect">
            <a:avLst/>
          </a:prstGeom>
          <a:effectLst>
            <a:outerShdw sx="1000" sy="1000" algn="ctr" rotWithShape="0">
              <a:srgbClr val="000000">
                <a:alpha val="99940"/>
              </a:srgbClr>
            </a:outerShdw>
          </a:effectLst>
        </p:spPr>
      </p:pic>
      <p:sp>
        <p:nvSpPr>
          <p:cNvPr id="4" name="Metin kutusu 3">
            <a:extLst>
              <a:ext uri="{FF2B5EF4-FFF2-40B4-BE49-F238E27FC236}">
                <a16:creationId xmlns:a16="http://schemas.microsoft.com/office/drawing/2014/main" id="{055F1E8D-81E0-F1FB-AF99-4CA6118697FD}"/>
              </a:ext>
            </a:extLst>
          </p:cNvPr>
          <p:cNvSpPr txBox="1"/>
          <p:nvPr/>
        </p:nvSpPr>
        <p:spPr>
          <a:xfrm>
            <a:off x="5988197" y="2338120"/>
            <a:ext cx="4162909" cy="21698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da-DK" sz="15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24 ülkede 10 binden fazla mağaza</a:t>
            </a:r>
            <a:endParaRPr lang="tr-TR" sz="15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ctr">
              <a:buFont typeface="Arial" panose="020B0604020202020204" pitchFamily="34" charset="0"/>
              <a:buChar char="•"/>
            </a:pPr>
            <a:endParaRPr lang="tr-TR" sz="15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tr-TR" sz="15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Sorun: devasa kaynak yönetimi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endParaRPr lang="tr-TR" sz="15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tr-TR" sz="15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MLOps</a:t>
            </a:r>
            <a:r>
              <a:rPr lang="tr-TR" sz="15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→ veriye dayalı kararlar, operasyonel verimlilik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endParaRPr lang="tr-TR" sz="15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tr-TR" sz="15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Sonuç: müşteri memnuniyetinde artış &amp; kaynak israfının azalması</a:t>
            </a:r>
          </a:p>
        </p:txBody>
      </p:sp>
      <p:pic>
        <p:nvPicPr>
          <p:cNvPr id="2" name="Resim 1" descr="metin, yazı tipi, grafik, grafik tasarım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ED4640C6-1C8A-4ACC-B55F-B5556F4A177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09814" y="400513"/>
            <a:ext cx="891484" cy="320020"/>
          </a:xfrm>
          <a:prstGeom prst="rect">
            <a:avLst/>
          </a:prstGeom>
        </p:spPr>
      </p:pic>
      <p:pic>
        <p:nvPicPr>
          <p:cNvPr id="7" name="Resim 6">
            <a:extLst>
              <a:ext uri="{FF2B5EF4-FFF2-40B4-BE49-F238E27FC236}">
                <a16:creationId xmlns:a16="http://schemas.microsoft.com/office/drawing/2014/main" id="{2572242E-67E5-F5AD-FA08-FA1AD684D7D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25120" y="2439041"/>
            <a:ext cx="3519852" cy="19799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4253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1E9F35-15F7-D2C3-2618-F6CEB2DF80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Resim 5">
            <a:extLst>
              <a:ext uri="{FF2B5EF4-FFF2-40B4-BE49-F238E27FC236}">
                <a16:creationId xmlns:a16="http://schemas.microsoft.com/office/drawing/2014/main" id="{D69EE04B-149B-23B0-C2C2-CA32D186FF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4116" y="960365"/>
            <a:ext cx="9607605" cy="4925336"/>
          </a:xfrm>
          <a:prstGeom prst="rect">
            <a:avLst/>
          </a:prstGeom>
        </p:spPr>
      </p:pic>
      <p:sp>
        <p:nvSpPr>
          <p:cNvPr id="133" name="Freeform 9">
            <a:extLst>
              <a:ext uri="{FF2B5EF4-FFF2-40B4-BE49-F238E27FC236}">
                <a16:creationId xmlns:a16="http://schemas.microsoft.com/office/drawing/2014/main" id="{E677E1E3-9A2E-DFA1-B648-4F6427D934CA}"/>
              </a:ext>
            </a:extLst>
          </p:cNvPr>
          <p:cNvSpPr/>
          <p:nvPr/>
        </p:nvSpPr>
        <p:spPr>
          <a:xfrm>
            <a:off x="1431720" y="1159200"/>
            <a:ext cx="293400" cy="302760"/>
          </a:xfrm>
          <a:custGeom>
            <a:avLst/>
            <a:gdLst>
              <a:gd name="textAreaLeft" fmla="*/ 0 w 293400"/>
              <a:gd name="textAreaRight" fmla="*/ 293760 w 293400"/>
              <a:gd name="textAreaTop" fmla="*/ 0 h 302760"/>
              <a:gd name="textAreaBottom" fmla="*/ 303120 h 302760"/>
            </a:gdLst>
            <a:ahLst/>
            <a:cxnLst/>
            <a:rect l="textAreaLeft" t="textAreaTop" r="textAreaRight" b="textAreaBottom"/>
            <a:pathLst>
              <a:path w="370" h="382">
                <a:moveTo>
                  <a:pt x="370" y="198"/>
                </a:moveTo>
                <a:lnTo>
                  <a:pt x="232" y="146"/>
                </a:lnTo>
                <a:lnTo>
                  <a:pt x="240" y="0"/>
                </a:lnTo>
                <a:lnTo>
                  <a:pt x="148" y="114"/>
                </a:lnTo>
                <a:lnTo>
                  <a:pt x="12" y="62"/>
                </a:lnTo>
                <a:lnTo>
                  <a:pt x="92" y="184"/>
                </a:lnTo>
                <a:lnTo>
                  <a:pt x="0" y="298"/>
                </a:lnTo>
                <a:lnTo>
                  <a:pt x="142" y="260"/>
                </a:lnTo>
                <a:lnTo>
                  <a:pt x="222" y="382"/>
                </a:lnTo>
                <a:lnTo>
                  <a:pt x="228" y="236"/>
                </a:lnTo>
                <a:lnTo>
                  <a:pt x="370" y="198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22680" rIns="45720" bIns="22680" numCol="1" spcCol="0" anchor="t">
            <a:noAutofit/>
          </a:bodyPr>
          <a:lstStyle/>
          <a:p>
            <a:pPr>
              <a:lnSpc>
                <a:spcPct val="100000"/>
              </a:lnSpc>
            </a:pPr>
            <a:endParaRPr lang="tr-TR" sz="9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148" name="Freeform 24">
            <a:extLst>
              <a:ext uri="{FF2B5EF4-FFF2-40B4-BE49-F238E27FC236}">
                <a16:creationId xmlns:a16="http://schemas.microsoft.com/office/drawing/2014/main" id="{2EEA832F-F5AC-2888-7495-8ED9938B65AE}"/>
              </a:ext>
            </a:extLst>
          </p:cNvPr>
          <p:cNvSpPr/>
          <p:nvPr/>
        </p:nvSpPr>
        <p:spPr>
          <a:xfrm>
            <a:off x="4613760" y="1465560"/>
            <a:ext cx="88560" cy="529200"/>
          </a:xfrm>
          <a:custGeom>
            <a:avLst/>
            <a:gdLst>
              <a:gd name="textAreaLeft" fmla="*/ 0 w 88560"/>
              <a:gd name="textAreaRight" fmla="*/ 88920 w 88560"/>
              <a:gd name="textAreaTop" fmla="*/ 0 h 529200"/>
              <a:gd name="textAreaBottom" fmla="*/ 529560 h 529200"/>
            </a:gdLst>
            <a:ahLst/>
            <a:cxnLst/>
            <a:rect l="textAreaLeft" t="textAreaTop" r="textAreaRight" b="textAreaBottom"/>
            <a:pathLst>
              <a:path w="112" h="667">
                <a:moveTo>
                  <a:pt x="0" y="102"/>
                </a:moveTo>
                <a:lnTo>
                  <a:pt x="0" y="0"/>
                </a:lnTo>
                <a:lnTo>
                  <a:pt x="112" y="0"/>
                </a:lnTo>
                <a:lnTo>
                  <a:pt x="112" y="102"/>
                </a:lnTo>
                <a:lnTo>
                  <a:pt x="0" y="102"/>
                </a:lnTo>
                <a:close/>
                <a:moveTo>
                  <a:pt x="0" y="667"/>
                </a:moveTo>
                <a:lnTo>
                  <a:pt x="0" y="161"/>
                </a:lnTo>
                <a:lnTo>
                  <a:pt x="112" y="161"/>
                </a:lnTo>
                <a:lnTo>
                  <a:pt x="112" y="667"/>
                </a:lnTo>
                <a:lnTo>
                  <a:pt x="0" y="667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22680" rIns="45720" bIns="22680" numCol="1" spcCol="0" anchor="t">
            <a:noAutofit/>
          </a:bodyPr>
          <a:lstStyle/>
          <a:p>
            <a:pPr>
              <a:lnSpc>
                <a:spcPct val="100000"/>
              </a:lnSpc>
            </a:pPr>
            <a:endParaRPr lang="tr-TR" sz="9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pic>
        <p:nvPicPr>
          <p:cNvPr id="10" name="Resim 9">
            <a:extLst>
              <a:ext uri="{FF2B5EF4-FFF2-40B4-BE49-F238E27FC236}">
                <a16:creationId xmlns:a16="http://schemas.microsoft.com/office/drawing/2014/main" id="{DA726276-0023-743D-27E2-998C01CF6060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40000"/>
          </a:blip>
          <a:stretch>
            <a:fillRect/>
          </a:stretch>
        </p:blipFill>
        <p:spPr>
          <a:xfrm>
            <a:off x="490497" y="6116400"/>
            <a:ext cx="628745" cy="400110"/>
          </a:xfrm>
          <a:prstGeom prst="rect">
            <a:avLst/>
          </a:prstGeom>
          <a:effectLst>
            <a:outerShdw sx="1000" sy="1000" algn="ctr" rotWithShape="0">
              <a:srgbClr val="000000">
                <a:alpha val="99940"/>
              </a:srgbClr>
            </a:outerShdw>
          </a:effectLst>
        </p:spPr>
      </p:pic>
      <p:pic>
        <p:nvPicPr>
          <p:cNvPr id="2" name="Resim 1" descr="metin, yazı tipi, grafik, grafik tasarım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D222EFD7-54B6-6B60-667B-885E4287A96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09814" y="400513"/>
            <a:ext cx="891484" cy="320020"/>
          </a:xfrm>
          <a:prstGeom prst="rect">
            <a:avLst/>
          </a:prstGeom>
        </p:spPr>
      </p:pic>
      <p:sp>
        <p:nvSpPr>
          <p:cNvPr id="3" name="Metin kutusu 2">
            <a:extLst>
              <a:ext uri="{FF2B5EF4-FFF2-40B4-BE49-F238E27FC236}">
                <a16:creationId xmlns:a16="http://schemas.microsoft.com/office/drawing/2014/main" id="{FD9182F5-A001-4886-7C88-0F437CBECC43}"/>
              </a:ext>
            </a:extLst>
          </p:cNvPr>
          <p:cNvSpPr txBox="1"/>
          <p:nvPr/>
        </p:nvSpPr>
        <p:spPr>
          <a:xfrm>
            <a:off x="533179" y="493890"/>
            <a:ext cx="540487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Film İzleme Platformları</a:t>
            </a:r>
          </a:p>
        </p:txBody>
      </p:sp>
      <p:sp>
        <p:nvSpPr>
          <p:cNvPr id="4" name="Metin kutusu 3">
            <a:extLst>
              <a:ext uri="{FF2B5EF4-FFF2-40B4-BE49-F238E27FC236}">
                <a16:creationId xmlns:a16="http://schemas.microsoft.com/office/drawing/2014/main" id="{3660DEF1-7C5B-6D7E-6AE1-91D8FD40CCCE}"/>
              </a:ext>
            </a:extLst>
          </p:cNvPr>
          <p:cNvSpPr txBox="1"/>
          <p:nvPr/>
        </p:nvSpPr>
        <p:spPr>
          <a:xfrm>
            <a:off x="5327512" y="2107288"/>
            <a:ext cx="4976286" cy="26314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sz="15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2007’den beri </a:t>
            </a:r>
            <a:r>
              <a:rPr lang="tr-TR" sz="15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streaming</a:t>
            </a:r>
            <a:r>
              <a:rPr lang="tr-TR" sz="15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hizmeti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tr-TR" sz="15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sz="15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Öneri motoru → büyüyen içerik ve kullanıcıyla daha karmaşık hâle geldi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tr-TR" sz="15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sz="15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MLOps</a:t>
            </a:r>
            <a:r>
              <a:rPr lang="tr-TR" sz="15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ile: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tr-TR" sz="15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Gerçek zamanlı model izleme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tr-TR" sz="15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Kullanıcı davranışına göre model güncelleme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tr-TR" sz="15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Performans sorunlarında uyarılar → hızlı optimizasyon</a:t>
            </a:r>
          </a:p>
          <a:p>
            <a:pPr algn="ctr"/>
            <a:endParaRPr lang="tr-TR" sz="15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" name="Resim 7">
            <a:extLst>
              <a:ext uri="{FF2B5EF4-FFF2-40B4-BE49-F238E27FC236}">
                <a16:creationId xmlns:a16="http://schemas.microsoft.com/office/drawing/2014/main" id="{B28357F4-0425-8CFE-D539-B62F04F59EA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09817" y="2312368"/>
            <a:ext cx="3331995" cy="22213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35856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866</TotalTime>
  <Words>127</Words>
  <Application>Microsoft Office PowerPoint</Application>
  <PresentationFormat>Geniş ekran</PresentationFormat>
  <Paragraphs>35</Paragraphs>
  <Slides>5</Slides>
  <Notes>5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5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5</vt:i4>
      </vt:variant>
    </vt:vector>
  </HeadingPairs>
  <TitlesOfParts>
    <vt:vector size="11" baseType="lpstr">
      <vt:lpstr>Aptos</vt:lpstr>
      <vt:lpstr>Aptos Display</vt:lpstr>
      <vt:lpstr>Arial</vt:lpstr>
      <vt:lpstr>Calibri</vt:lpstr>
      <vt:lpstr>Times New Roman</vt:lpstr>
      <vt:lpstr>Office Teması</vt:lpstr>
      <vt:lpstr>PowerPoint Sunusu</vt:lpstr>
      <vt:lpstr>PowerPoint Sunusu</vt:lpstr>
      <vt:lpstr>PowerPoint Sunusu</vt:lpstr>
      <vt:lpstr>PowerPoint Sunusu</vt:lpstr>
      <vt:lpstr>PowerPoint Sunusu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Sunusu</dc:title>
  <dc:creator>Mahmut İbrahim AYKAÇ</dc:creator>
  <cp:lastModifiedBy>SemihAcmali</cp:lastModifiedBy>
  <cp:revision>38</cp:revision>
  <dcterms:created xsi:type="dcterms:W3CDTF">2025-05-08T09:17:15Z</dcterms:created>
  <dcterms:modified xsi:type="dcterms:W3CDTF">2025-09-10T20:08:11Z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geodilabelclass">
    <vt:lpwstr>id_classification_Kapsamdisi=0ef0d4bf-59b8-4ae6-bbc0-fafde041157b</vt:lpwstr>
  </property>
  <property fmtid="{D5CDD505-2E9C-101B-9397-08002B2CF9AE}" pid="3" name="geodilabeluser">
    <vt:lpwstr>user=zeynep.can</vt:lpwstr>
  </property>
  <property fmtid="{D5CDD505-2E9C-101B-9397-08002B2CF9AE}" pid="4" name="geodilabeltime">
    <vt:lpwstr>datetime=2025-06-30T10:33:33.658Z</vt:lpwstr>
  </property>
</Properties>
</file>