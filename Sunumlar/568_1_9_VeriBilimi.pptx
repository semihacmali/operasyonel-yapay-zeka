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82" r:id="rId3"/>
    <p:sldId id="299" r:id="rId4"/>
    <p:sldId id="296" r:id="rId5"/>
    <p:sldId id="297" r:id="rId6"/>
    <p:sldId id="298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7B37EE-7D36-4A4C-A5D3-D727236AD3CB}" type="doc">
      <dgm:prSet loTypeId="urn:microsoft.com/office/officeart/2009/layout/ReverseList" loCatId="relationship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tr-TR"/>
        </a:p>
      </dgm:t>
    </dgm:pt>
    <dgm:pt modelId="{A9A51C2F-037F-4196-8B0C-B4A798027998}">
      <dgm:prSet phldrT="[Metin]"/>
      <dgm:spPr/>
      <dgm:t>
        <a:bodyPr/>
        <a:lstStyle/>
        <a:p>
          <a:r>
            <a:rPr lang="tr-TR" dirty="0"/>
            <a:t>Veri</a:t>
          </a:r>
        </a:p>
      </dgm:t>
    </dgm:pt>
    <dgm:pt modelId="{B8F07281-0A2F-4C95-99D0-9FF80632DF8C}" type="parTrans" cxnId="{E6765AE1-E368-4AB0-BE81-F246833F8CFE}">
      <dgm:prSet/>
      <dgm:spPr/>
      <dgm:t>
        <a:bodyPr/>
        <a:lstStyle/>
        <a:p>
          <a:endParaRPr lang="tr-TR"/>
        </a:p>
      </dgm:t>
    </dgm:pt>
    <dgm:pt modelId="{41544D3C-35E2-44F3-9717-23D52B3939E2}" type="sibTrans" cxnId="{E6765AE1-E368-4AB0-BE81-F246833F8CFE}">
      <dgm:prSet/>
      <dgm:spPr/>
      <dgm:t>
        <a:bodyPr/>
        <a:lstStyle/>
        <a:p>
          <a:endParaRPr lang="tr-TR"/>
        </a:p>
      </dgm:t>
    </dgm:pt>
    <dgm:pt modelId="{3B68164E-472A-48E5-B45A-C8134E5FCEDC}">
      <dgm:prSet phldrT="[Metin]"/>
      <dgm:spPr/>
      <dgm:t>
        <a:bodyPr/>
        <a:lstStyle/>
        <a:p>
          <a:r>
            <a:rPr lang="tr-TR" dirty="0"/>
            <a:t>Soru?</a:t>
          </a:r>
        </a:p>
      </dgm:t>
    </dgm:pt>
    <dgm:pt modelId="{3B920053-B103-4869-A4F7-2E031D77F7CE}" type="parTrans" cxnId="{77F3C0F9-82C7-4DCD-B96C-36BDC2D3B6D8}">
      <dgm:prSet/>
      <dgm:spPr/>
      <dgm:t>
        <a:bodyPr/>
        <a:lstStyle/>
        <a:p>
          <a:endParaRPr lang="tr-TR"/>
        </a:p>
      </dgm:t>
    </dgm:pt>
    <dgm:pt modelId="{A304C11D-205D-43DF-83D3-8AF938578873}" type="sibTrans" cxnId="{77F3C0F9-82C7-4DCD-B96C-36BDC2D3B6D8}">
      <dgm:prSet/>
      <dgm:spPr/>
      <dgm:t>
        <a:bodyPr/>
        <a:lstStyle/>
        <a:p>
          <a:endParaRPr lang="tr-TR"/>
        </a:p>
      </dgm:t>
    </dgm:pt>
    <dgm:pt modelId="{26EBC46F-A0D1-4C4A-A0B8-416A0BA3E3F1}" type="pres">
      <dgm:prSet presAssocID="{D37B37EE-7D36-4A4C-A5D3-D727236AD3CB}" presName="Name0" presStyleCnt="0">
        <dgm:presLayoutVars>
          <dgm:chMax val="2"/>
          <dgm:chPref val="2"/>
          <dgm:animLvl val="lvl"/>
        </dgm:presLayoutVars>
      </dgm:prSet>
      <dgm:spPr/>
    </dgm:pt>
    <dgm:pt modelId="{322933C0-5BEB-493B-9A8F-DBD0DB5C0529}" type="pres">
      <dgm:prSet presAssocID="{D37B37EE-7D36-4A4C-A5D3-D727236AD3CB}" presName="LeftText" presStyleLbl="revTx" presStyleIdx="0" presStyleCnt="0">
        <dgm:presLayoutVars>
          <dgm:bulletEnabled val="1"/>
        </dgm:presLayoutVars>
      </dgm:prSet>
      <dgm:spPr/>
    </dgm:pt>
    <dgm:pt modelId="{493D4641-4E23-4342-B76D-95C0F7984D54}" type="pres">
      <dgm:prSet presAssocID="{D37B37EE-7D36-4A4C-A5D3-D727236AD3CB}" presName="LeftNode" presStyleLbl="bgImgPlace1" presStyleIdx="0" presStyleCnt="2" custScaleY="40336">
        <dgm:presLayoutVars>
          <dgm:chMax val="2"/>
          <dgm:chPref val="2"/>
        </dgm:presLayoutVars>
      </dgm:prSet>
      <dgm:spPr/>
    </dgm:pt>
    <dgm:pt modelId="{C09ED7F9-9296-417A-8187-30E327A0A4EC}" type="pres">
      <dgm:prSet presAssocID="{D37B37EE-7D36-4A4C-A5D3-D727236AD3CB}" presName="RightText" presStyleLbl="revTx" presStyleIdx="0" presStyleCnt="0">
        <dgm:presLayoutVars>
          <dgm:bulletEnabled val="1"/>
        </dgm:presLayoutVars>
      </dgm:prSet>
      <dgm:spPr/>
    </dgm:pt>
    <dgm:pt modelId="{080D83ED-61DD-4CA6-A07B-881A1314B55B}" type="pres">
      <dgm:prSet presAssocID="{D37B37EE-7D36-4A4C-A5D3-D727236AD3CB}" presName="RightNode" presStyleLbl="bgImgPlace1" presStyleIdx="1" presStyleCnt="2" custScaleY="37893">
        <dgm:presLayoutVars>
          <dgm:chMax val="0"/>
          <dgm:chPref val="0"/>
        </dgm:presLayoutVars>
      </dgm:prSet>
      <dgm:spPr/>
    </dgm:pt>
    <dgm:pt modelId="{12AEAB2C-8E3C-4503-8116-C62E4D957128}" type="pres">
      <dgm:prSet presAssocID="{D37B37EE-7D36-4A4C-A5D3-D727236AD3CB}" presName="TopArrow" presStyleLbl="node1" presStyleIdx="0" presStyleCnt="2" custLinFactNeighborX="-1255" custLinFactNeighborY="33146"/>
      <dgm:spPr/>
    </dgm:pt>
    <dgm:pt modelId="{4787FA40-614B-46D5-B08D-F4D5E10BB650}" type="pres">
      <dgm:prSet presAssocID="{D37B37EE-7D36-4A4C-A5D3-D727236AD3CB}" presName="BottomArrow" presStyleLbl="node1" presStyleIdx="1" presStyleCnt="2" custLinFactNeighborX="-4218" custLinFactNeighborY="-35331"/>
      <dgm:spPr/>
    </dgm:pt>
  </dgm:ptLst>
  <dgm:cxnLst>
    <dgm:cxn modelId="{79100108-5ED5-45E5-9855-3AF33316273B}" type="presOf" srcId="{A9A51C2F-037F-4196-8B0C-B4A798027998}" destId="{493D4641-4E23-4342-B76D-95C0F7984D54}" srcOrd="1" destOrd="0" presId="urn:microsoft.com/office/officeart/2009/layout/ReverseList"/>
    <dgm:cxn modelId="{55151E14-0CD8-4A89-AB83-B96D11A96177}" type="presOf" srcId="{3B68164E-472A-48E5-B45A-C8134E5FCEDC}" destId="{C09ED7F9-9296-417A-8187-30E327A0A4EC}" srcOrd="0" destOrd="0" presId="urn:microsoft.com/office/officeart/2009/layout/ReverseList"/>
    <dgm:cxn modelId="{D2233948-28F0-47EF-935C-EF1A125B7E46}" type="presOf" srcId="{A9A51C2F-037F-4196-8B0C-B4A798027998}" destId="{322933C0-5BEB-493B-9A8F-DBD0DB5C0529}" srcOrd="0" destOrd="0" presId="urn:microsoft.com/office/officeart/2009/layout/ReverseList"/>
    <dgm:cxn modelId="{E6765AE1-E368-4AB0-BE81-F246833F8CFE}" srcId="{D37B37EE-7D36-4A4C-A5D3-D727236AD3CB}" destId="{A9A51C2F-037F-4196-8B0C-B4A798027998}" srcOrd="0" destOrd="0" parTransId="{B8F07281-0A2F-4C95-99D0-9FF80632DF8C}" sibTransId="{41544D3C-35E2-44F3-9717-23D52B3939E2}"/>
    <dgm:cxn modelId="{085BBFEA-1A4C-4F75-B34B-A8FD37391635}" type="presOf" srcId="{3B68164E-472A-48E5-B45A-C8134E5FCEDC}" destId="{080D83ED-61DD-4CA6-A07B-881A1314B55B}" srcOrd="1" destOrd="0" presId="urn:microsoft.com/office/officeart/2009/layout/ReverseList"/>
    <dgm:cxn modelId="{D1DCBEEC-8EE2-4B74-9CA9-4E3CFD5F671B}" type="presOf" srcId="{D37B37EE-7D36-4A4C-A5D3-D727236AD3CB}" destId="{26EBC46F-A0D1-4C4A-A0B8-416A0BA3E3F1}" srcOrd="0" destOrd="0" presId="urn:microsoft.com/office/officeart/2009/layout/ReverseList"/>
    <dgm:cxn modelId="{77F3C0F9-82C7-4DCD-B96C-36BDC2D3B6D8}" srcId="{D37B37EE-7D36-4A4C-A5D3-D727236AD3CB}" destId="{3B68164E-472A-48E5-B45A-C8134E5FCEDC}" srcOrd="1" destOrd="0" parTransId="{3B920053-B103-4869-A4F7-2E031D77F7CE}" sibTransId="{A304C11D-205D-43DF-83D3-8AF938578873}"/>
    <dgm:cxn modelId="{8BF8FF80-E254-4E73-A429-34CAB3233635}" type="presParOf" srcId="{26EBC46F-A0D1-4C4A-A0B8-416A0BA3E3F1}" destId="{322933C0-5BEB-493B-9A8F-DBD0DB5C0529}" srcOrd="0" destOrd="0" presId="urn:microsoft.com/office/officeart/2009/layout/ReverseList"/>
    <dgm:cxn modelId="{970881FB-7522-4FAC-9EFD-20B7CA71CD34}" type="presParOf" srcId="{26EBC46F-A0D1-4C4A-A0B8-416A0BA3E3F1}" destId="{493D4641-4E23-4342-B76D-95C0F7984D54}" srcOrd="1" destOrd="0" presId="urn:microsoft.com/office/officeart/2009/layout/ReverseList"/>
    <dgm:cxn modelId="{15E29C0F-4D2E-45D2-ACD7-F9478759A957}" type="presParOf" srcId="{26EBC46F-A0D1-4C4A-A0B8-416A0BA3E3F1}" destId="{C09ED7F9-9296-417A-8187-30E327A0A4EC}" srcOrd="2" destOrd="0" presId="urn:microsoft.com/office/officeart/2009/layout/ReverseList"/>
    <dgm:cxn modelId="{5193AA19-2D5D-4B2B-B6AC-7DC35BDA9EF0}" type="presParOf" srcId="{26EBC46F-A0D1-4C4A-A0B8-416A0BA3E3F1}" destId="{080D83ED-61DD-4CA6-A07B-881A1314B55B}" srcOrd="3" destOrd="0" presId="urn:microsoft.com/office/officeart/2009/layout/ReverseList"/>
    <dgm:cxn modelId="{B26CE7A5-F5B7-430D-BE6E-D433C590F3C4}" type="presParOf" srcId="{26EBC46F-A0D1-4C4A-A0B8-416A0BA3E3F1}" destId="{12AEAB2C-8E3C-4503-8116-C62E4D957128}" srcOrd="4" destOrd="0" presId="urn:microsoft.com/office/officeart/2009/layout/ReverseList"/>
    <dgm:cxn modelId="{FC02C659-E5DF-458C-89A9-04C06988B2E9}" type="presParOf" srcId="{26EBC46F-A0D1-4C4A-A0B8-416A0BA3E3F1}" destId="{4787FA40-614B-46D5-B08D-F4D5E10BB650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832518-9452-4BED-A0E6-03D93D65BE79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A108677D-FF29-4DAD-B617-FB6F4C1B5557}">
      <dgm:prSet phldrT="[Metin]"/>
      <dgm:spPr/>
      <dgm:t>
        <a:bodyPr/>
        <a:lstStyle/>
        <a:p>
          <a:r>
            <a:rPr lang="tr-TR" dirty="0"/>
            <a:t>Veri</a:t>
          </a:r>
        </a:p>
      </dgm:t>
    </dgm:pt>
    <dgm:pt modelId="{B433F9E9-DC41-41A9-93CD-99BE6EB85D00}" type="parTrans" cxnId="{7B317156-873D-400F-96C4-C5EBB3EBC786}">
      <dgm:prSet/>
      <dgm:spPr/>
      <dgm:t>
        <a:bodyPr/>
        <a:lstStyle/>
        <a:p>
          <a:endParaRPr lang="tr-TR"/>
        </a:p>
      </dgm:t>
    </dgm:pt>
    <dgm:pt modelId="{47773297-2883-4952-BD1A-7A5248280EF1}" type="sibTrans" cxnId="{7B317156-873D-400F-96C4-C5EBB3EBC786}">
      <dgm:prSet/>
      <dgm:spPr/>
      <dgm:t>
        <a:bodyPr/>
        <a:lstStyle/>
        <a:p>
          <a:endParaRPr lang="tr-TR"/>
        </a:p>
      </dgm:t>
    </dgm:pt>
    <dgm:pt modelId="{530771A1-9F3E-44D2-9182-D60EBC360E5E}">
      <dgm:prSet phldrT="[Metin]"/>
      <dgm:spPr/>
      <dgm:t>
        <a:bodyPr/>
        <a:lstStyle/>
        <a:p>
          <a:r>
            <a:rPr lang="tr-TR" dirty="0"/>
            <a:t>Toplama</a:t>
          </a:r>
        </a:p>
      </dgm:t>
    </dgm:pt>
    <dgm:pt modelId="{C788003A-3DB7-448A-BB80-7F6F6393ED5C}" type="parTrans" cxnId="{3468C96A-80FD-419C-B3A0-E8B6B2075D08}">
      <dgm:prSet/>
      <dgm:spPr/>
      <dgm:t>
        <a:bodyPr/>
        <a:lstStyle/>
        <a:p>
          <a:endParaRPr lang="tr-TR"/>
        </a:p>
      </dgm:t>
    </dgm:pt>
    <dgm:pt modelId="{6F146902-8B33-4640-A13B-D5DDBDC6E7BB}" type="sibTrans" cxnId="{3468C96A-80FD-419C-B3A0-E8B6B2075D08}">
      <dgm:prSet/>
      <dgm:spPr/>
      <dgm:t>
        <a:bodyPr/>
        <a:lstStyle/>
        <a:p>
          <a:endParaRPr lang="tr-TR"/>
        </a:p>
      </dgm:t>
    </dgm:pt>
    <dgm:pt modelId="{72D9035C-5FC3-4A77-8EEE-93320F78BAAF}">
      <dgm:prSet phldrT="[Metin]"/>
      <dgm:spPr/>
      <dgm:t>
        <a:bodyPr/>
        <a:lstStyle/>
        <a:p>
          <a:r>
            <a:rPr lang="tr-TR" dirty="0"/>
            <a:t>Saklama</a:t>
          </a:r>
        </a:p>
      </dgm:t>
    </dgm:pt>
    <dgm:pt modelId="{B7857DAF-7268-46A3-8F50-247B1AFBA223}" type="parTrans" cxnId="{DDD3F54A-499B-4D17-A4FD-3D5890CA2FA3}">
      <dgm:prSet/>
      <dgm:spPr/>
      <dgm:t>
        <a:bodyPr/>
        <a:lstStyle/>
        <a:p>
          <a:endParaRPr lang="tr-TR"/>
        </a:p>
      </dgm:t>
    </dgm:pt>
    <dgm:pt modelId="{1AA04899-E431-462B-ABF6-4B5D90EC6324}" type="sibTrans" cxnId="{DDD3F54A-499B-4D17-A4FD-3D5890CA2FA3}">
      <dgm:prSet/>
      <dgm:spPr/>
      <dgm:t>
        <a:bodyPr/>
        <a:lstStyle/>
        <a:p>
          <a:endParaRPr lang="tr-TR"/>
        </a:p>
      </dgm:t>
    </dgm:pt>
    <dgm:pt modelId="{0D603480-1542-404F-9CE3-A2BC69D5A477}">
      <dgm:prSet phldrT="[Metin]"/>
      <dgm:spPr/>
      <dgm:t>
        <a:bodyPr/>
        <a:lstStyle/>
        <a:p>
          <a:r>
            <a:rPr lang="tr-TR" dirty="0"/>
            <a:t>Temizleme</a:t>
          </a:r>
        </a:p>
      </dgm:t>
    </dgm:pt>
    <dgm:pt modelId="{4C3636F0-B900-4A64-967A-9E3A61AF8FCB}" type="parTrans" cxnId="{26BCC5F9-3BB7-4CD4-B5D5-35FD2A473359}">
      <dgm:prSet/>
      <dgm:spPr/>
      <dgm:t>
        <a:bodyPr/>
        <a:lstStyle/>
        <a:p>
          <a:endParaRPr lang="tr-TR"/>
        </a:p>
      </dgm:t>
    </dgm:pt>
    <dgm:pt modelId="{B52C7908-8749-49C2-BC2B-27ED4D48B0DF}" type="sibTrans" cxnId="{26BCC5F9-3BB7-4CD4-B5D5-35FD2A473359}">
      <dgm:prSet/>
      <dgm:spPr/>
      <dgm:t>
        <a:bodyPr/>
        <a:lstStyle/>
        <a:p>
          <a:endParaRPr lang="tr-TR"/>
        </a:p>
      </dgm:t>
    </dgm:pt>
    <dgm:pt modelId="{2EFCA005-CD1C-4FB5-B1BB-42644134A221}">
      <dgm:prSet phldrT="[Metin]"/>
      <dgm:spPr/>
      <dgm:t>
        <a:bodyPr/>
        <a:lstStyle/>
        <a:p>
          <a:r>
            <a:rPr lang="tr-TR" dirty="0"/>
            <a:t>İşleme</a:t>
          </a:r>
        </a:p>
      </dgm:t>
    </dgm:pt>
    <dgm:pt modelId="{410650B7-FD24-412B-A11F-AD44DE4F70C9}" type="parTrans" cxnId="{335E5F53-C60A-4281-8C97-5846E59FB963}">
      <dgm:prSet/>
      <dgm:spPr/>
      <dgm:t>
        <a:bodyPr/>
        <a:lstStyle/>
        <a:p>
          <a:endParaRPr lang="tr-TR"/>
        </a:p>
      </dgm:t>
    </dgm:pt>
    <dgm:pt modelId="{3F76625C-92AF-44E6-8DE2-E18C215F320D}" type="sibTrans" cxnId="{335E5F53-C60A-4281-8C97-5846E59FB963}">
      <dgm:prSet/>
      <dgm:spPr/>
      <dgm:t>
        <a:bodyPr/>
        <a:lstStyle/>
        <a:p>
          <a:endParaRPr lang="tr-TR"/>
        </a:p>
      </dgm:t>
    </dgm:pt>
    <dgm:pt modelId="{ED184DF3-07B6-468A-8ED2-3EFBA5487B90}">
      <dgm:prSet phldrT="[Metin]"/>
      <dgm:spPr/>
      <dgm:t>
        <a:bodyPr/>
        <a:lstStyle/>
        <a:p>
          <a:endParaRPr lang="tr-TR" dirty="0"/>
        </a:p>
      </dgm:t>
    </dgm:pt>
    <dgm:pt modelId="{1A291EC2-4EF5-4FD2-9998-E8417A27C379}" type="parTrans" cxnId="{407B9286-6806-46C5-A9A9-6B4AA1793A2B}">
      <dgm:prSet/>
      <dgm:spPr/>
      <dgm:t>
        <a:bodyPr/>
        <a:lstStyle/>
        <a:p>
          <a:endParaRPr lang="tr-TR"/>
        </a:p>
      </dgm:t>
    </dgm:pt>
    <dgm:pt modelId="{2724CB07-B056-4509-A26F-29074A6F0B24}" type="sibTrans" cxnId="{407B9286-6806-46C5-A9A9-6B4AA1793A2B}">
      <dgm:prSet/>
      <dgm:spPr/>
      <dgm:t>
        <a:bodyPr/>
        <a:lstStyle/>
        <a:p>
          <a:endParaRPr lang="tr-TR"/>
        </a:p>
      </dgm:t>
    </dgm:pt>
    <dgm:pt modelId="{63A5519E-3906-4348-B125-B2E3B2B5BCA5}" type="pres">
      <dgm:prSet presAssocID="{86832518-9452-4BED-A0E6-03D93D65BE79}" presName="composite" presStyleCnt="0">
        <dgm:presLayoutVars>
          <dgm:chMax val="1"/>
          <dgm:dir/>
          <dgm:resizeHandles val="exact"/>
        </dgm:presLayoutVars>
      </dgm:prSet>
      <dgm:spPr/>
    </dgm:pt>
    <dgm:pt modelId="{043505BD-7AC2-4318-9D0A-C9DF1A7C1E04}" type="pres">
      <dgm:prSet presAssocID="{86832518-9452-4BED-A0E6-03D93D65BE79}" presName="radial" presStyleCnt="0">
        <dgm:presLayoutVars>
          <dgm:animLvl val="ctr"/>
        </dgm:presLayoutVars>
      </dgm:prSet>
      <dgm:spPr/>
    </dgm:pt>
    <dgm:pt modelId="{AD11FD15-BFB9-40A4-A2B3-A7B3AC3C3F9A}" type="pres">
      <dgm:prSet presAssocID="{A108677D-FF29-4DAD-B617-FB6F4C1B5557}" presName="centerShape" presStyleLbl="vennNode1" presStyleIdx="0" presStyleCnt="5"/>
      <dgm:spPr/>
    </dgm:pt>
    <dgm:pt modelId="{D81084AE-A361-42B6-B171-EEC626F1EDF3}" type="pres">
      <dgm:prSet presAssocID="{530771A1-9F3E-44D2-9182-D60EBC360E5E}" presName="node" presStyleLbl="vennNode1" presStyleIdx="1" presStyleCnt="5">
        <dgm:presLayoutVars>
          <dgm:bulletEnabled val="1"/>
        </dgm:presLayoutVars>
      </dgm:prSet>
      <dgm:spPr/>
    </dgm:pt>
    <dgm:pt modelId="{B48FDEBC-FD24-49F7-9B1E-F53E49166A2E}" type="pres">
      <dgm:prSet presAssocID="{72D9035C-5FC3-4A77-8EEE-93320F78BAAF}" presName="node" presStyleLbl="vennNode1" presStyleIdx="2" presStyleCnt="5">
        <dgm:presLayoutVars>
          <dgm:bulletEnabled val="1"/>
        </dgm:presLayoutVars>
      </dgm:prSet>
      <dgm:spPr/>
    </dgm:pt>
    <dgm:pt modelId="{943788A1-8E98-4CBE-A07B-9D6D1DD46041}" type="pres">
      <dgm:prSet presAssocID="{0D603480-1542-404F-9CE3-A2BC69D5A477}" presName="node" presStyleLbl="vennNode1" presStyleIdx="3" presStyleCnt="5">
        <dgm:presLayoutVars>
          <dgm:bulletEnabled val="1"/>
        </dgm:presLayoutVars>
      </dgm:prSet>
      <dgm:spPr/>
    </dgm:pt>
    <dgm:pt modelId="{1A61861A-19E7-4E23-87D0-219F98CFB758}" type="pres">
      <dgm:prSet presAssocID="{2EFCA005-CD1C-4FB5-B1BB-42644134A221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CBFF7415-6867-4E55-958E-B3EF4FFEF2F4}" type="presOf" srcId="{530771A1-9F3E-44D2-9182-D60EBC360E5E}" destId="{D81084AE-A361-42B6-B171-EEC626F1EDF3}" srcOrd="0" destOrd="0" presId="urn:microsoft.com/office/officeart/2005/8/layout/radial3"/>
    <dgm:cxn modelId="{24B46341-8DB1-4052-BCDA-08873C9486CE}" type="presOf" srcId="{0D603480-1542-404F-9CE3-A2BC69D5A477}" destId="{943788A1-8E98-4CBE-A07B-9D6D1DD46041}" srcOrd="0" destOrd="0" presId="urn:microsoft.com/office/officeart/2005/8/layout/radial3"/>
    <dgm:cxn modelId="{6D9B1A48-9733-4EC1-9E00-536F207566CA}" type="presOf" srcId="{86832518-9452-4BED-A0E6-03D93D65BE79}" destId="{63A5519E-3906-4348-B125-B2E3B2B5BCA5}" srcOrd="0" destOrd="0" presId="urn:microsoft.com/office/officeart/2005/8/layout/radial3"/>
    <dgm:cxn modelId="{3468C96A-80FD-419C-B3A0-E8B6B2075D08}" srcId="{A108677D-FF29-4DAD-B617-FB6F4C1B5557}" destId="{530771A1-9F3E-44D2-9182-D60EBC360E5E}" srcOrd="0" destOrd="0" parTransId="{C788003A-3DB7-448A-BB80-7F6F6393ED5C}" sibTransId="{6F146902-8B33-4640-A13B-D5DDBDC6E7BB}"/>
    <dgm:cxn modelId="{DDD3F54A-499B-4D17-A4FD-3D5890CA2FA3}" srcId="{A108677D-FF29-4DAD-B617-FB6F4C1B5557}" destId="{72D9035C-5FC3-4A77-8EEE-93320F78BAAF}" srcOrd="1" destOrd="0" parTransId="{B7857DAF-7268-46A3-8F50-247B1AFBA223}" sibTransId="{1AA04899-E431-462B-ABF6-4B5D90EC6324}"/>
    <dgm:cxn modelId="{335E5F53-C60A-4281-8C97-5846E59FB963}" srcId="{A108677D-FF29-4DAD-B617-FB6F4C1B5557}" destId="{2EFCA005-CD1C-4FB5-B1BB-42644134A221}" srcOrd="3" destOrd="0" parTransId="{410650B7-FD24-412B-A11F-AD44DE4F70C9}" sibTransId="{3F76625C-92AF-44E6-8DE2-E18C215F320D}"/>
    <dgm:cxn modelId="{7B317156-873D-400F-96C4-C5EBB3EBC786}" srcId="{86832518-9452-4BED-A0E6-03D93D65BE79}" destId="{A108677D-FF29-4DAD-B617-FB6F4C1B5557}" srcOrd="0" destOrd="0" parTransId="{B433F9E9-DC41-41A9-93CD-99BE6EB85D00}" sibTransId="{47773297-2883-4952-BD1A-7A5248280EF1}"/>
    <dgm:cxn modelId="{407B9286-6806-46C5-A9A9-6B4AA1793A2B}" srcId="{86832518-9452-4BED-A0E6-03D93D65BE79}" destId="{ED184DF3-07B6-468A-8ED2-3EFBA5487B90}" srcOrd="1" destOrd="0" parTransId="{1A291EC2-4EF5-4FD2-9998-E8417A27C379}" sibTransId="{2724CB07-B056-4509-A26F-29074A6F0B24}"/>
    <dgm:cxn modelId="{737FBCC4-462B-4C0B-A337-F226040CE3B9}" type="presOf" srcId="{2EFCA005-CD1C-4FB5-B1BB-42644134A221}" destId="{1A61861A-19E7-4E23-87D0-219F98CFB758}" srcOrd="0" destOrd="0" presId="urn:microsoft.com/office/officeart/2005/8/layout/radial3"/>
    <dgm:cxn modelId="{3BD7F0C9-D607-44C3-9637-463ACEEB0141}" type="presOf" srcId="{A108677D-FF29-4DAD-B617-FB6F4C1B5557}" destId="{AD11FD15-BFB9-40A4-A2B3-A7B3AC3C3F9A}" srcOrd="0" destOrd="0" presId="urn:microsoft.com/office/officeart/2005/8/layout/radial3"/>
    <dgm:cxn modelId="{CF4D8FF0-445C-461F-94C2-0A173C7B037D}" type="presOf" srcId="{72D9035C-5FC3-4A77-8EEE-93320F78BAAF}" destId="{B48FDEBC-FD24-49F7-9B1E-F53E49166A2E}" srcOrd="0" destOrd="0" presId="urn:microsoft.com/office/officeart/2005/8/layout/radial3"/>
    <dgm:cxn modelId="{26BCC5F9-3BB7-4CD4-B5D5-35FD2A473359}" srcId="{A108677D-FF29-4DAD-B617-FB6F4C1B5557}" destId="{0D603480-1542-404F-9CE3-A2BC69D5A477}" srcOrd="2" destOrd="0" parTransId="{4C3636F0-B900-4A64-967A-9E3A61AF8FCB}" sibTransId="{B52C7908-8749-49C2-BC2B-27ED4D48B0DF}"/>
    <dgm:cxn modelId="{9C032132-8CFC-4412-B460-E278A89593C9}" type="presParOf" srcId="{63A5519E-3906-4348-B125-B2E3B2B5BCA5}" destId="{043505BD-7AC2-4318-9D0A-C9DF1A7C1E04}" srcOrd="0" destOrd="0" presId="urn:microsoft.com/office/officeart/2005/8/layout/radial3"/>
    <dgm:cxn modelId="{B55979C1-EBE6-4528-80DF-47A588500903}" type="presParOf" srcId="{043505BD-7AC2-4318-9D0A-C9DF1A7C1E04}" destId="{AD11FD15-BFB9-40A4-A2B3-A7B3AC3C3F9A}" srcOrd="0" destOrd="0" presId="urn:microsoft.com/office/officeart/2005/8/layout/radial3"/>
    <dgm:cxn modelId="{39C84D8C-D808-4F10-BE66-7FAB4009491E}" type="presParOf" srcId="{043505BD-7AC2-4318-9D0A-C9DF1A7C1E04}" destId="{D81084AE-A361-42B6-B171-EEC626F1EDF3}" srcOrd="1" destOrd="0" presId="urn:microsoft.com/office/officeart/2005/8/layout/radial3"/>
    <dgm:cxn modelId="{CEDE193E-744B-4517-B7E5-5A573C510225}" type="presParOf" srcId="{043505BD-7AC2-4318-9D0A-C9DF1A7C1E04}" destId="{B48FDEBC-FD24-49F7-9B1E-F53E49166A2E}" srcOrd="2" destOrd="0" presId="urn:microsoft.com/office/officeart/2005/8/layout/radial3"/>
    <dgm:cxn modelId="{04D94FA0-14AB-4288-A50C-34645F876A8D}" type="presParOf" srcId="{043505BD-7AC2-4318-9D0A-C9DF1A7C1E04}" destId="{943788A1-8E98-4CBE-A07B-9D6D1DD46041}" srcOrd="3" destOrd="0" presId="urn:microsoft.com/office/officeart/2005/8/layout/radial3"/>
    <dgm:cxn modelId="{5FC2D421-0C14-4CEF-9FE5-08AEF54D821F}" type="presParOf" srcId="{043505BD-7AC2-4318-9D0A-C9DF1A7C1E04}" destId="{1A61861A-19E7-4E23-87D0-219F98CFB758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6268D0-37BB-4504-99AF-C8B6C741BE7D}" type="doc">
      <dgm:prSet loTypeId="urn:microsoft.com/office/officeart/2005/8/layout/cycle5" loCatId="cycle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tr-TR"/>
        </a:p>
      </dgm:t>
    </dgm:pt>
    <dgm:pt modelId="{98BE71BD-B7DF-4837-A6B9-08F0FCE4594A}">
      <dgm:prSet phldrT="[Metin]"/>
      <dgm:spPr/>
      <dgm:t>
        <a:bodyPr/>
        <a:lstStyle/>
        <a:p>
          <a:r>
            <a:rPr lang="tr-TR" dirty="0"/>
            <a:t>Veriyi Toplama ve Hazırlama</a:t>
          </a:r>
        </a:p>
      </dgm:t>
    </dgm:pt>
    <dgm:pt modelId="{173E0D36-01BB-44B1-96ED-7AFC61E890D4}" type="parTrans" cxnId="{C7BF2184-3A84-403A-8214-700426EF3025}">
      <dgm:prSet/>
      <dgm:spPr/>
      <dgm:t>
        <a:bodyPr/>
        <a:lstStyle/>
        <a:p>
          <a:endParaRPr lang="tr-TR"/>
        </a:p>
      </dgm:t>
    </dgm:pt>
    <dgm:pt modelId="{AD9A98E2-C223-4EFC-84CF-38E80BF65923}" type="sibTrans" cxnId="{C7BF2184-3A84-403A-8214-700426EF3025}">
      <dgm:prSet/>
      <dgm:spPr/>
      <dgm:t>
        <a:bodyPr/>
        <a:lstStyle/>
        <a:p>
          <a:endParaRPr lang="tr-TR"/>
        </a:p>
      </dgm:t>
    </dgm:pt>
    <dgm:pt modelId="{49A7BAE3-E466-401E-B426-5EEF652A476A}">
      <dgm:prSet phldrT="[Metin]"/>
      <dgm:spPr/>
      <dgm:t>
        <a:bodyPr/>
        <a:lstStyle/>
        <a:p>
          <a:r>
            <a:rPr lang="tr-TR" dirty="0"/>
            <a:t>Model Üretme</a:t>
          </a:r>
        </a:p>
      </dgm:t>
    </dgm:pt>
    <dgm:pt modelId="{AEE83708-0995-4BE7-9122-6E1344FBDDF3}" type="parTrans" cxnId="{42CB18A4-A1A4-49E6-B2B5-462E3DDC7E65}">
      <dgm:prSet/>
      <dgm:spPr/>
      <dgm:t>
        <a:bodyPr/>
        <a:lstStyle/>
        <a:p>
          <a:endParaRPr lang="tr-TR"/>
        </a:p>
      </dgm:t>
    </dgm:pt>
    <dgm:pt modelId="{70506747-A02A-45C0-B689-864165A2A0F0}" type="sibTrans" cxnId="{42CB18A4-A1A4-49E6-B2B5-462E3DDC7E65}">
      <dgm:prSet/>
      <dgm:spPr/>
      <dgm:t>
        <a:bodyPr/>
        <a:lstStyle/>
        <a:p>
          <a:endParaRPr lang="tr-TR"/>
        </a:p>
      </dgm:t>
    </dgm:pt>
    <dgm:pt modelId="{291B3033-7CD3-4F73-BA1A-59D1539ACD5D}">
      <dgm:prSet phldrT="[Metin]"/>
      <dgm:spPr/>
      <dgm:t>
        <a:bodyPr/>
        <a:lstStyle/>
        <a:p>
          <a:r>
            <a:rPr lang="tr-TR" dirty="0"/>
            <a:t>Veriyi Düzenleme ve Temizleme</a:t>
          </a:r>
        </a:p>
      </dgm:t>
    </dgm:pt>
    <dgm:pt modelId="{CE82414E-CFA3-4205-A5F4-C28C2823311B}" type="parTrans" cxnId="{57D75905-4619-45BB-9C5F-FF87BDFF8031}">
      <dgm:prSet/>
      <dgm:spPr/>
      <dgm:t>
        <a:bodyPr/>
        <a:lstStyle/>
        <a:p>
          <a:endParaRPr lang="tr-TR"/>
        </a:p>
      </dgm:t>
    </dgm:pt>
    <dgm:pt modelId="{AB9889C1-6E8D-4BB6-89C4-F6355A87FFD4}" type="sibTrans" cxnId="{57D75905-4619-45BB-9C5F-FF87BDFF8031}">
      <dgm:prSet/>
      <dgm:spPr/>
      <dgm:t>
        <a:bodyPr/>
        <a:lstStyle/>
        <a:p>
          <a:endParaRPr lang="tr-TR"/>
        </a:p>
      </dgm:t>
    </dgm:pt>
    <dgm:pt modelId="{1457A8A9-CEEA-4125-9C1F-A587BB7F8CCF}" type="pres">
      <dgm:prSet presAssocID="{4E6268D0-37BB-4504-99AF-C8B6C741BE7D}" presName="cycle" presStyleCnt="0">
        <dgm:presLayoutVars>
          <dgm:dir/>
          <dgm:resizeHandles val="exact"/>
        </dgm:presLayoutVars>
      </dgm:prSet>
      <dgm:spPr/>
    </dgm:pt>
    <dgm:pt modelId="{B30EA093-8B36-49C4-95CF-64ACA0C93773}" type="pres">
      <dgm:prSet presAssocID="{98BE71BD-B7DF-4837-A6B9-08F0FCE4594A}" presName="node" presStyleLbl="node1" presStyleIdx="0" presStyleCnt="3">
        <dgm:presLayoutVars>
          <dgm:bulletEnabled val="1"/>
        </dgm:presLayoutVars>
      </dgm:prSet>
      <dgm:spPr/>
    </dgm:pt>
    <dgm:pt modelId="{101EB4D1-7239-46E0-AB25-05F9F1B76438}" type="pres">
      <dgm:prSet presAssocID="{98BE71BD-B7DF-4837-A6B9-08F0FCE4594A}" presName="spNode" presStyleCnt="0"/>
      <dgm:spPr/>
    </dgm:pt>
    <dgm:pt modelId="{F4948B30-16F3-4662-A5AE-94B330F8D427}" type="pres">
      <dgm:prSet presAssocID="{AD9A98E2-C223-4EFC-84CF-38E80BF65923}" presName="sibTrans" presStyleLbl="sibTrans1D1" presStyleIdx="0" presStyleCnt="3"/>
      <dgm:spPr/>
    </dgm:pt>
    <dgm:pt modelId="{547D6254-0086-4B83-BDD5-543C63F3B643}" type="pres">
      <dgm:prSet presAssocID="{291B3033-7CD3-4F73-BA1A-59D1539ACD5D}" presName="node" presStyleLbl="node1" presStyleIdx="1" presStyleCnt="3">
        <dgm:presLayoutVars>
          <dgm:bulletEnabled val="1"/>
        </dgm:presLayoutVars>
      </dgm:prSet>
      <dgm:spPr/>
    </dgm:pt>
    <dgm:pt modelId="{92CEF16D-E3F6-468D-997E-33939B4B6587}" type="pres">
      <dgm:prSet presAssocID="{291B3033-7CD3-4F73-BA1A-59D1539ACD5D}" presName="spNode" presStyleCnt="0"/>
      <dgm:spPr/>
    </dgm:pt>
    <dgm:pt modelId="{4E814C42-E5FC-4357-9557-DAD71EF3D17E}" type="pres">
      <dgm:prSet presAssocID="{AB9889C1-6E8D-4BB6-89C4-F6355A87FFD4}" presName="sibTrans" presStyleLbl="sibTrans1D1" presStyleIdx="1" presStyleCnt="3"/>
      <dgm:spPr/>
    </dgm:pt>
    <dgm:pt modelId="{2CFB2B30-7E25-4675-87E7-4A7951D5B122}" type="pres">
      <dgm:prSet presAssocID="{49A7BAE3-E466-401E-B426-5EEF652A476A}" presName="node" presStyleLbl="node1" presStyleIdx="2" presStyleCnt="3">
        <dgm:presLayoutVars>
          <dgm:bulletEnabled val="1"/>
        </dgm:presLayoutVars>
      </dgm:prSet>
      <dgm:spPr/>
    </dgm:pt>
    <dgm:pt modelId="{D5821AEA-D2D6-4589-9209-9FD59CD4DEBE}" type="pres">
      <dgm:prSet presAssocID="{49A7BAE3-E466-401E-B426-5EEF652A476A}" presName="spNode" presStyleCnt="0"/>
      <dgm:spPr/>
    </dgm:pt>
    <dgm:pt modelId="{433D083B-F633-418D-8FE9-6652004CCCE9}" type="pres">
      <dgm:prSet presAssocID="{70506747-A02A-45C0-B689-864165A2A0F0}" presName="sibTrans" presStyleLbl="sibTrans1D1" presStyleIdx="2" presStyleCnt="3"/>
      <dgm:spPr/>
    </dgm:pt>
  </dgm:ptLst>
  <dgm:cxnLst>
    <dgm:cxn modelId="{57D75905-4619-45BB-9C5F-FF87BDFF8031}" srcId="{4E6268D0-37BB-4504-99AF-C8B6C741BE7D}" destId="{291B3033-7CD3-4F73-BA1A-59D1539ACD5D}" srcOrd="1" destOrd="0" parTransId="{CE82414E-CFA3-4205-A5F4-C28C2823311B}" sibTransId="{AB9889C1-6E8D-4BB6-89C4-F6355A87FFD4}"/>
    <dgm:cxn modelId="{29125548-2AE5-4B81-BBE2-5624E6664E1D}" type="presOf" srcId="{291B3033-7CD3-4F73-BA1A-59D1539ACD5D}" destId="{547D6254-0086-4B83-BDD5-543C63F3B643}" srcOrd="0" destOrd="0" presId="urn:microsoft.com/office/officeart/2005/8/layout/cycle5"/>
    <dgm:cxn modelId="{835D5F74-B233-41BE-90CE-AD482AAF7E42}" type="presOf" srcId="{AB9889C1-6E8D-4BB6-89C4-F6355A87FFD4}" destId="{4E814C42-E5FC-4357-9557-DAD71EF3D17E}" srcOrd="0" destOrd="0" presId="urn:microsoft.com/office/officeart/2005/8/layout/cycle5"/>
    <dgm:cxn modelId="{94A51675-A454-487B-AD55-787CC75D8D6D}" type="presOf" srcId="{98BE71BD-B7DF-4837-A6B9-08F0FCE4594A}" destId="{B30EA093-8B36-49C4-95CF-64ACA0C93773}" srcOrd="0" destOrd="0" presId="urn:microsoft.com/office/officeart/2005/8/layout/cycle5"/>
    <dgm:cxn modelId="{C7BF2184-3A84-403A-8214-700426EF3025}" srcId="{4E6268D0-37BB-4504-99AF-C8B6C741BE7D}" destId="{98BE71BD-B7DF-4837-A6B9-08F0FCE4594A}" srcOrd="0" destOrd="0" parTransId="{173E0D36-01BB-44B1-96ED-7AFC61E890D4}" sibTransId="{AD9A98E2-C223-4EFC-84CF-38E80BF65923}"/>
    <dgm:cxn modelId="{BDB6878A-7056-4B65-9E16-D30FE7D5C90C}" type="presOf" srcId="{AD9A98E2-C223-4EFC-84CF-38E80BF65923}" destId="{F4948B30-16F3-4662-A5AE-94B330F8D427}" srcOrd="0" destOrd="0" presId="urn:microsoft.com/office/officeart/2005/8/layout/cycle5"/>
    <dgm:cxn modelId="{42CB18A4-A1A4-49E6-B2B5-462E3DDC7E65}" srcId="{4E6268D0-37BB-4504-99AF-C8B6C741BE7D}" destId="{49A7BAE3-E466-401E-B426-5EEF652A476A}" srcOrd="2" destOrd="0" parTransId="{AEE83708-0995-4BE7-9122-6E1344FBDDF3}" sibTransId="{70506747-A02A-45C0-B689-864165A2A0F0}"/>
    <dgm:cxn modelId="{66FF85B0-C701-412F-8999-53502FBCD684}" type="presOf" srcId="{4E6268D0-37BB-4504-99AF-C8B6C741BE7D}" destId="{1457A8A9-CEEA-4125-9C1F-A587BB7F8CCF}" srcOrd="0" destOrd="0" presId="urn:microsoft.com/office/officeart/2005/8/layout/cycle5"/>
    <dgm:cxn modelId="{3E5B85E0-62F2-4143-8B1F-C7929EC03E90}" type="presOf" srcId="{49A7BAE3-E466-401E-B426-5EEF652A476A}" destId="{2CFB2B30-7E25-4675-87E7-4A7951D5B122}" srcOrd="0" destOrd="0" presId="urn:microsoft.com/office/officeart/2005/8/layout/cycle5"/>
    <dgm:cxn modelId="{F20061EB-C440-498B-837D-63746081513E}" type="presOf" srcId="{70506747-A02A-45C0-B689-864165A2A0F0}" destId="{433D083B-F633-418D-8FE9-6652004CCCE9}" srcOrd="0" destOrd="0" presId="urn:microsoft.com/office/officeart/2005/8/layout/cycle5"/>
    <dgm:cxn modelId="{F9142B69-1025-45D8-80C4-451F75FA4436}" type="presParOf" srcId="{1457A8A9-CEEA-4125-9C1F-A587BB7F8CCF}" destId="{B30EA093-8B36-49C4-95CF-64ACA0C93773}" srcOrd="0" destOrd="0" presId="urn:microsoft.com/office/officeart/2005/8/layout/cycle5"/>
    <dgm:cxn modelId="{EF2A5974-EFCC-4C35-8EDF-5EF5C69E27BF}" type="presParOf" srcId="{1457A8A9-CEEA-4125-9C1F-A587BB7F8CCF}" destId="{101EB4D1-7239-46E0-AB25-05F9F1B76438}" srcOrd="1" destOrd="0" presId="urn:microsoft.com/office/officeart/2005/8/layout/cycle5"/>
    <dgm:cxn modelId="{C13FFC40-5A06-4560-B613-92DAB14584F2}" type="presParOf" srcId="{1457A8A9-CEEA-4125-9C1F-A587BB7F8CCF}" destId="{F4948B30-16F3-4662-A5AE-94B330F8D427}" srcOrd="2" destOrd="0" presId="urn:microsoft.com/office/officeart/2005/8/layout/cycle5"/>
    <dgm:cxn modelId="{320FCD0B-9575-4349-B158-BE2219423402}" type="presParOf" srcId="{1457A8A9-CEEA-4125-9C1F-A587BB7F8CCF}" destId="{547D6254-0086-4B83-BDD5-543C63F3B643}" srcOrd="3" destOrd="0" presId="urn:microsoft.com/office/officeart/2005/8/layout/cycle5"/>
    <dgm:cxn modelId="{ABD9DCEA-B33C-48AF-B33C-C89FB6AA7B92}" type="presParOf" srcId="{1457A8A9-CEEA-4125-9C1F-A587BB7F8CCF}" destId="{92CEF16D-E3F6-468D-997E-33939B4B6587}" srcOrd="4" destOrd="0" presId="urn:microsoft.com/office/officeart/2005/8/layout/cycle5"/>
    <dgm:cxn modelId="{E283782F-28D4-44E7-9903-5DCC5A2AE2DA}" type="presParOf" srcId="{1457A8A9-CEEA-4125-9C1F-A587BB7F8CCF}" destId="{4E814C42-E5FC-4357-9557-DAD71EF3D17E}" srcOrd="5" destOrd="0" presId="urn:microsoft.com/office/officeart/2005/8/layout/cycle5"/>
    <dgm:cxn modelId="{8E65AC73-7E0F-4478-8BE0-7F91193C2485}" type="presParOf" srcId="{1457A8A9-CEEA-4125-9C1F-A587BB7F8CCF}" destId="{2CFB2B30-7E25-4675-87E7-4A7951D5B122}" srcOrd="6" destOrd="0" presId="urn:microsoft.com/office/officeart/2005/8/layout/cycle5"/>
    <dgm:cxn modelId="{395080F0-B801-4314-8E24-ABCAB5926F7A}" type="presParOf" srcId="{1457A8A9-CEEA-4125-9C1F-A587BB7F8CCF}" destId="{D5821AEA-D2D6-4589-9209-9FD59CD4DEBE}" srcOrd="7" destOrd="0" presId="urn:microsoft.com/office/officeart/2005/8/layout/cycle5"/>
    <dgm:cxn modelId="{F731CC57-5DC5-4F07-8B9B-23C3AB71BB05}" type="presParOf" srcId="{1457A8A9-CEEA-4125-9C1F-A587BB7F8CCF}" destId="{433D083B-F633-418D-8FE9-6652004CCCE9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3D4641-4E23-4342-B76D-95C0F7984D54}">
      <dsp:nvSpPr>
        <dsp:cNvPr id="0" name=""/>
        <dsp:cNvSpPr/>
      </dsp:nvSpPr>
      <dsp:spPr>
        <a:xfrm rot="16200000">
          <a:off x="1470295" y="1104647"/>
          <a:ext cx="943504" cy="1429446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84150" rIns="165735" bIns="18415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Veri</a:t>
          </a:r>
        </a:p>
      </dsp:txBody>
      <dsp:txXfrm rot="5400000">
        <a:off x="1273390" y="1393684"/>
        <a:ext cx="1383380" cy="851372"/>
      </dsp:txXfrm>
    </dsp:sp>
    <dsp:sp modelId="{080D83ED-61DD-4CA6-A07B-881A1314B55B}">
      <dsp:nvSpPr>
        <dsp:cNvPr id="0" name=""/>
        <dsp:cNvSpPr/>
      </dsp:nvSpPr>
      <dsp:spPr>
        <a:xfrm rot="5400000">
          <a:off x="2993222" y="1104647"/>
          <a:ext cx="886360" cy="1429446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tint val="50000"/>
            <a:hueOff val="91173"/>
            <a:satOff val="-3215"/>
            <a:lumOff val="108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735" tIns="184150" rIns="110490" bIns="18415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Soru?</a:t>
          </a:r>
        </a:p>
      </dsp:txBody>
      <dsp:txXfrm rot="-5400000">
        <a:off x="2721679" y="1419466"/>
        <a:ext cx="1386170" cy="799808"/>
      </dsp:txXfrm>
    </dsp:sp>
    <dsp:sp modelId="{12AEAB2C-8E3C-4503-8116-C62E4D957128}">
      <dsp:nvSpPr>
        <dsp:cNvPr id="0" name=""/>
        <dsp:cNvSpPr/>
      </dsp:nvSpPr>
      <dsp:spPr>
        <a:xfrm>
          <a:off x="1923147" y="495294"/>
          <a:ext cx="1494354" cy="1494281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7FA40-614B-46D5-B08D-F4D5E10BB650}">
      <dsp:nvSpPr>
        <dsp:cNvPr id="0" name=""/>
        <dsp:cNvSpPr/>
      </dsp:nvSpPr>
      <dsp:spPr>
        <a:xfrm rot="10800000">
          <a:off x="1878869" y="1616151"/>
          <a:ext cx="1494354" cy="1494281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1FD15-BFB9-40A4-A2B3-A7B3AC3C3F9A}">
      <dsp:nvSpPr>
        <dsp:cNvPr id="0" name=""/>
        <dsp:cNvSpPr/>
      </dsp:nvSpPr>
      <dsp:spPr>
        <a:xfrm>
          <a:off x="1408238" y="751373"/>
          <a:ext cx="1871843" cy="187184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5600" kern="1200" dirty="0"/>
            <a:t>Veri</a:t>
          </a:r>
        </a:p>
      </dsp:txBody>
      <dsp:txXfrm>
        <a:off x="1682363" y="1025498"/>
        <a:ext cx="1323593" cy="1323593"/>
      </dsp:txXfrm>
    </dsp:sp>
    <dsp:sp modelId="{D81084AE-A361-42B6-B171-EEC626F1EDF3}">
      <dsp:nvSpPr>
        <dsp:cNvPr id="0" name=""/>
        <dsp:cNvSpPr/>
      </dsp:nvSpPr>
      <dsp:spPr>
        <a:xfrm>
          <a:off x="1876199" y="334"/>
          <a:ext cx="935921" cy="9359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 dirty="0"/>
            <a:t>Toplama</a:t>
          </a:r>
        </a:p>
      </dsp:txBody>
      <dsp:txXfrm>
        <a:off x="2013261" y="137396"/>
        <a:ext cx="661797" cy="661797"/>
      </dsp:txXfrm>
    </dsp:sp>
    <dsp:sp modelId="{B48FDEBC-FD24-49F7-9B1E-F53E49166A2E}">
      <dsp:nvSpPr>
        <dsp:cNvPr id="0" name=""/>
        <dsp:cNvSpPr/>
      </dsp:nvSpPr>
      <dsp:spPr>
        <a:xfrm>
          <a:off x="3095200" y="1219334"/>
          <a:ext cx="935921" cy="9359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 dirty="0"/>
            <a:t>Saklama</a:t>
          </a:r>
        </a:p>
      </dsp:txBody>
      <dsp:txXfrm>
        <a:off x="3232262" y="1356396"/>
        <a:ext cx="661797" cy="661797"/>
      </dsp:txXfrm>
    </dsp:sp>
    <dsp:sp modelId="{943788A1-8E98-4CBE-A07B-9D6D1DD46041}">
      <dsp:nvSpPr>
        <dsp:cNvPr id="0" name=""/>
        <dsp:cNvSpPr/>
      </dsp:nvSpPr>
      <dsp:spPr>
        <a:xfrm>
          <a:off x="1876199" y="2438335"/>
          <a:ext cx="935921" cy="9359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 dirty="0"/>
            <a:t>Temizleme</a:t>
          </a:r>
        </a:p>
      </dsp:txBody>
      <dsp:txXfrm>
        <a:off x="2013261" y="2575397"/>
        <a:ext cx="661797" cy="661797"/>
      </dsp:txXfrm>
    </dsp:sp>
    <dsp:sp modelId="{1A61861A-19E7-4E23-87D0-219F98CFB758}">
      <dsp:nvSpPr>
        <dsp:cNvPr id="0" name=""/>
        <dsp:cNvSpPr/>
      </dsp:nvSpPr>
      <dsp:spPr>
        <a:xfrm>
          <a:off x="657199" y="1219334"/>
          <a:ext cx="935921" cy="9359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 dirty="0"/>
            <a:t>İşleme</a:t>
          </a:r>
        </a:p>
      </dsp:txBody>
      <dsp:txXfrm>
        <a:off x="794261" y="1356396"/>
        <a:ext cx="661797" cy="6617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EA093-8B36-49C4-95CF-64ACA0C93773}">
      <dsp:nvSpPr>
        <dsp:cNvPr id="0" name=""/>
        <dsp:cNvSpPr/>
      </dsp:nvSpPr>
      <dsp:spPr>
        <a:xfrm>
          <a:off x="1425183" y="1612"/>
          <a:ext cx="1565330" cy="101746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Veriyi Toplama ve Hazırlama</a:t>
          </a:r>
        </a:p>
      </dsp:txBody>
      <dsp:txXfrm>
        <a:off x="1474851" y="51280"/>
        <a:ext cx="1465994" cy="918128"/>
      </dsp:txXfrm>
    </dsp:sp>
    <dsp:sp modelId="{F4948B30-16F3-4662-A5AE-94B330F8D427}">
      <dsp:nvSpPr>
        <dsp:cNvPr id="0" name=""/>
        <dsp:cNvSpPr/>
      </dsp:nvSpPr>
      <dsp:spPr>
        <a:xfrm>
          <a:off x="851713" y="510344"/>
          <a:ext cx="2712270" cy="2712270"/>
        </a:xfrm>
        <a:custGeom>
          <a:avLst/>
          <a:gdLst/>
          <a:ahLst/>
          <a:cxnLst/>
          <a:rect l="0" t="0" r="0" b="0"/>
          <a:pathLst>
            <a:path>
              <a:moveTo>
                <a:pt x="2348589" y="431940"/>
              </a:moveTo>
              <a:arcTo wR="1356135" hR="1356135" stAng="19022380" swAng="2300553"/>
            </a:path>
          </a:pathLst>
        </a:custGeom>
        <a:noFill/>
        <a:ln w="1270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7D6254-0086-4B83-BDD5-543C63F3B643}">
      <dsp:nvSpPr>
        <dsp:cNvPr id="0" name=""/>
        <dsp:cNvSpPr/>
      </dsp:nvSpPr>
      <dsp:spPr>
        <a:xfrm>
          <a:off x="2599630" y="2035815"/>
          <a:ext cx="1565330" cy="101746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Veriyi Düzenleme ve Temizleme</a:t>
          </a:r>
        </a:p>
      </dsp:txBody>
      <dsp:txXfrm>
        <a:off x="2649298" y="2085483"/>
        <a:ext cx="1465994" cy="918128"/>
      </dsp:txXfrm>
    </dsp:sp>
    <dsp:sp modelId="{4E814C42-E5FC-4357-9557-DAD71EF3D17E}">
      <dsp:nvSpPr>
        <dsp:cNvPr id="0" name=""/>
        <dsp:cNvSpPr/>
      </dsp:nvSpPr>
      <dsp:spPr>
        <a:xfrm>
          <a:off x="851713" y="510344"/>
          <a:ext cx="2712270" cy="2712270"/>
        </a:xfrm>
        <a:custGeom>
          <a:avLst/>
          <a:gdLst/>
          <a:ahLst/>
          <a:cxnLst/>
          <a:rect l="0" t="0" r="0" b="0"/>
          <a:pathLst>
            <a:path>
              <a:moveTo>
                <a:pt x="1771813" y="2646992"/>
              </a:moveTo>
              <a:arcTo wR="1356135" hR="1356135" stAng="4329034" swAng="2141933"/>
            </a:path>
          </a:pathLst>
        </a:custGeom>
        <a:noFill/>
        <a:ln w="12700" cap="flat" cmpd="sng" algn="ctr">
          <a:solidFill>
            <a:schemeClr val="accent1">
              <a:shade val="90000"/>
              <a:hueOff val="299641"/>
              <a:satOff val="-29101"/>
              <a:lumOff val="245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FB2B30-7E25-4675-87E7-4A7951D5B122}">
      <dsp:nvSpPr>
        <dsp:cNvPr id="0" name=""/>
        <dsp:cNvSpPr/>
      </dsp:nvSpPr>
      <dsp:spPr>
        <a:xfrm>
          <a:off x="250736" y="2035815"/>
          <a:ext cx="1565330" cy="101746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Model Üretme</a:t>
          </a:r>
        </a:p>
      </dsp:txBody>
      <dsp:txXfrm>
        <a:off x="300404" y="2085483"/>
        <a:ext cx="1465994" cy="918128"/>
      </dsp:txXfrm>
    </dsp:sp>
    <dsp:sp modelId="{433D083B-F633-418D-8FE9-6652004CCCE9}">
      <dsp:nvSpPr>
        <dsp:cNvPr id="0" name=""/>
        <dsp:cNvSpPr/>
      </dsp:nvSpPr>
      <dsp:spPr>
        <a:xfrm>
          <a:off x="851713" y="510344"/>
          <a:ext cx="2712270" cy="2712270"/>
        </a:xfrm>
        <a:custGeom>
          <a:avLst/>
          <a:gdLst/>
          <a:ahLst/>
          <a:cxnLst/>
          <a:rect l="0" t="0" r="0" b="0"/>
          <a:pathLst>
            <a:path>
              <a:moveTo>
                <a:pt x="4402" y="1246955"/>
              </a:moveTo>
              <a:arcTo wR="1356135" hR="1356135" stAng="11077067" swAng="2300553"/>
            </a:path>
          </a:pathLst>
        </a:custGeom>
        <a:noFill/>
        <a:ln w="12700" cap="flat" cmpd="sng" algn="ctr">
          <a:solidFill>
            <a:schemeClr val="accent1">
              <a:shade val="90000"/>
              <a:hueOff val="599282"/>
              <a:satOff val="-58201"/>
              <a:lumOff val="490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0F13-9DC6-9B9C-0043-19B099A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36B2B9C5-80EC-2C52-C297-34571909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8549B25C-97DA-A2C5-501E-3C226C14F0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9D08AFC-E3B5-0910-82DE-40EFBBA213FE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888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2.png"/><Relationship Id="rId10" Type="http://schemas.microsoft.com/office/2007/relationships/diagramDrawing" Target="../diagrams/drawing2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3.xml"/><Relationship Id="rId5" Type="http://schemas.openxmlformats.org/officeDocument/2006/relationships/image" Target="../media/image2.png"/><Relationship Id="rId10" Type="http://schemas.microsoft.com/office/2007/relationships/diagramDrawing" Target="../diagrams/drawing3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Bilimi Nedir?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Bilimi: Genel Bakış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6027918" y="3030618"/>
            <a:ext cx="49377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Bilimi = Doğru sorular sormak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Verilerle cevap aramak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graphicFrame>
        <p:nvGraphicFramePr>
          <p:cNvPr id="5" name="Diyagram 4">
            <a:extLst>
              <a:ext uri="{FF2B5EF4-FFF2-40B4-BE49-F238E27FC236}">
                <a16:creationId xmlns:a16="http://schemas.microsoft.com/office/drawing/2014/main" id="{F23C6DB6-5081-4399-6FAE-D9E18220A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99324"/>
              </p:ext>
            </p:extLst>
          </p:nvPr>
        </p:nvGraphicFramePr>
        <p:xfrm>
          <a:off x="1224116" y="1603844"/>
          <a:ext cx="5378450" cy="3638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ile Çalışma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graphicFrame>
        <p:nvGraphicFramePr>
          <p:cNvPr id="3" name="Diyagram 2">
            <a:extLst>
              <a:ext uri="{FF2B5EF4-FFF2-40B4-BE49-F238E27FC236}">
                <a16:creationId xmlns:a16="http://schemas.microsoft.com/office/drawing/2014/main" id="{69B4EAB6-462C-AE29-3F68-483A1D0D5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62187"/>
              </p:ext>
            </p:extLst>
          </p:nvPr>
        </p:nvGraphicFramePr>
        <p:xfrm>
          <a:off x="3751839" y="1741704"/>
          <a:ext cx="4688321" cy="3374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Bilimi Aşamaları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graphicFrame>
        <p:nvGraphicFramePr>
          <p:cNvPr id="3" name="Diyagram 2">
            <a:extLst>
              <a:ext uri="{FF2B5EF4-FFF2-40B4-BE49-F238E27FC236}">
                <a16:creationId xmlns:a16="http://schemas.microsoft.com/office/drawing/2014/main" id="{875802E1-0683-803C-FF04-EC481A045A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086132"/>
              </p:ext>
            </p:extLst>
          </p:nvPr>
        </p:nvGraphicFramePr>
        <p:xfrm>
          <a:off x="3888151" y="1722966"/>
          <a:ext cx="4415697" cy="3412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B684-E3C2-D820-2168-D9083BDB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0B9EDD-833F-1F4A-F36F-A0B0D96A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64FB6BBB-CD55-B218-4CCB-58AF7B1167C9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B21AA857-0236-38FF-4FC9-20E578A09D59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8B80504-6E12-8D29-3FCC-EAFBCB6FC454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Uzmanlık Modelleri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F70CEDF-C04C-B98C-EF72-6CDC86DFDA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CD16875-9F2A-9CD3-A60A-2A09A1CBB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9FAC6837-250E-AD9A-5799-950DE922279B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B4C200EA-33EA-5BDB-2378-034967D100AA}"/>
              </a:ext>
            </a:extLst>
          </p:cNvPr>
          <p:cNvGrpSpPr/>
          <p:nvPr/>
        </p:nvGrpSpPr>
        <p:grpSpPr>
          <a:xfrm>
            <a:off x="2273421" y="1818552"/>
            <a:ext cx="2337149" cy="3408342"/>
            <a:chOff x="6027918" y="1994760"/>
            <a:chExt cx="3590215" cy="3979837"/>
          </a:xfrm>
        </p:grpSpPr>
        <p:sp>
          <p:nvSpPr>
            <p:cNvPr id="7" name="Ok: Sol Sağ 6">
              <a:extLst>
                <a:ext uri="{FF2B5EF4-FFF2-40B4-BE49-F238E27FC236}">
                  <a16:creationId xmlns:a16="http://schemas.microsoft.com/office/drawing/2014/main" id="{489F70A7-FC30-8674-FC7F-CC53B4C96E3C}"/>
                </a:ext>
              </a:extLst>
            </p:cNvPr>
            <p:cNvSpPr/>
            <p:nvPr/>
          </p:nvSpPr>
          <p:spPr>
            <a:xfrm>
              <a:off x="6027918" y="1994760"/>
              <a:ext cx="3590215" cy="475773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Genişletilmiş Bilgi</a:t>
              </a:r>
            </a:p>
          </p:txBody>
        </p:sp>
        <p:sp>
          <p:nvSpPr>
            <p:cNvPr id="9" name="Ok: Sol Sağ 8">
              <a:extLst>
                <a:ext uri="{FF2B5EF4-FFF2-40B4-BE49-F238E27FC236}">
                  <a16:creationId xmlns:a16="http://schemas.microsoft.com/office/drawing/2014/main" id="{727C3F76-4956-9289-918E-01284128DAF2}"/>
                </a:ext>
              </a:extLst>
            </p:cNvPr>
            <p:cNvSpPr/>
            <p:nvPr/>
          </p:nvSpPr>
          <p:spPr>
            <a:xfrm rot="16200000">
              <a:off x="6027917" y="3941603"/>
              <a:ext cx="3590215" cy="475773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Derinlemesine Uzmanlık</a:t>
              </a:r>
            </a:p>
          </p:txBody>
        </p:sp>
      </p:grpSp>
      <p:grpSp>
        <p:nvGrpSpPr>
          <p:cNvPr id="16" name="Grup 15">
            <a:extLst>
              <a:ext uri="{FF2B5EF4-FFF2-40B4-BE49-F238E27FC236}">
                <a16:creationId xmlns:a16="http://schemas.microsoft.com/office/drawing/2014/main" id="{3464E87C-A451-641E-D888-7CFF52099B7F}"/>
              </a:ext>
            </a:extLst>
          </p:cNvPr>
          <p:cNvGrpSpPr/>
          <p:nvPr/>
        </p:nvGrpSpPr>
        <p:grpSpPr>
          <a:xfrm>
            <a:off x="6855968" y="1815592"/>
            <a:ext cx="2337149" cy="3375125"/>
            <a:chOff x="5374420" y="1718862"/>
            <a:chExt cx="2337149" cy="3375125"/>
          </a:xfrm>
        </p:grpSpPr>
        <p:grpSp>
          <p:nvGrpSpPr>
            <p:cNvPr id="12" name="Grup 11">
              <a:extLst>
                <a:ext uri="{FF2B5EF4-FFF2-40B4-BE49-F238E27FC236}">
                  <a16:creationId xmlns:a16="http://schemas.microsoft.com/office/drawing/2014/main" id="{940FBF4A-59B9-2D98-6919-665DDB640295}"/>
                </a:ext>
              </a:extLst>
            </p:cNvPr>
            <p:cNvGrpSpPr/>
            <p:nvPr/>
          </p:nvGrpSpPr>
          <p:grpSpPr>
            <a:xfrm>
              <a:off x="5374420" y="1718862"/>
              <a:ext cx="2337149" cy="3375125"/>
              <a:chOff x="6027918" y="1994760"/>
              <a:chExt cx="3590215" cy="3941050"/>
            </a:xfrm>
          </p:grpSpPr>
          <p:sp>
            <p:nvSpPr>
              <p:cNvPr id="13" name="Ok: Sol Sağ 12">
                <a:extLst>
                  <a:ext uri="{FF2B5EF4-FFF2-40B4-BE49-F238E27FC236}">
                    <a16:creationId xmlns:a16="http://schemas.microsoft.com/office/drawing/2014/main" id="{D60AA93E-29D2-1FFB-8201-C7B409F5AADF}"/>
                  </a:ext>
                </a:extLst>
              </p:cNvPr>
              <p:cNvSpPr/>
              <p:nvPr/>
            </p:nvSpPr>
            <p:spPr>
              <a:xfrm>
                <a:off x="6027918" y="1994760"/>
                <a:ext cx="3590215" cy="475773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/>
                  <a:t>Genişletilmiş Bilgi</a:t>
                </a:r>
              </a:p>
            </p:txBody>
          </p:sp>
          <p:sp>
            <p:nvSpPr>
              <p:cNvPr id="14" name="Ok: Sol Sağ 13">
                <a:extLst>
                  <a:ext uri="{FF2B5EF4-FFF2-40B4-BE49-F238E27FC236}">
                    <a16:creationId xmlns:a16="http://schemas.microsoft.com/office/drawing/2014/main" id="{4C36B726-2665-5409-A52D-EB2FD1527F3F}"/>
                  </a:ext>
                </a:extLst>
              </p:cNvPr>
              <p:cNvSpPr/>
              <p:nvPr/>
            </p:nvSpPr>
            <p:spPr>
              <a:xfrm rot="16200000">
                <a:off x="5088020" y="3902817"/>
                <a:ext cx="3590215" cy="475772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/>
                  <a:t>Derinlemesine Uzmanlık</a:t>
                </a:r>
              </a:p>
            </p:txBody>
          </p:sp>
        </p:grpSp>
        <p:sp>
          <p:nvSpPr>
            <p:cNvPr id="15" name="Ok: Sol Sağ 14">
              <a:extLst>
                <a:ext uri="{FF2B5EF4-FFF2-40B4-BE49-F238E27FC236}">
                  <a16:creationId xmlns:a16="http://schemas.microsoft.com/office/drawing/2014/main" id="{FF0014A1-A7F2-DF57-4754-1ADB77076B11}"/>
                </a:ext>
              </a:extLst>
            </p:cNvPr>
            <p:cNvSpPr/>
            <p:nvPr/>
          </p:nvSpPr>
          <p:spPr>
            <a:xfrm rot="16200000">
              <a:off x="5451452" y="3401794"/>
              <a:ext cx="3074669" cy="309717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Veri Bilimi Uzmanlığı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456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CA89E1C-9823-7AB6-E940-44DDBC8F6394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Tekrarlanabilirlik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7738943-7DCB-F963-78FB-099636F4B4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347"/>
          <a:stretch>
            <a:fillRect/>
          </a:stretch>
        </p:blipFill>
        <p:spPr>
          <a:xfrm>
            <a:off x="1964266" y="1826260"/>
            <a:ext cx="8263467" cy="2639547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504E542B-3B68-D517-7A54-66CADF7C23A1}"/>
              </a:ext>
            </a:extLst>
          </p:cNvPr>
          <p:cNvSpPr txBox="1"/>
          <p:nvPr/>
        </p:nvSpPr>
        <p:spPr>
          <a:xfrm>
            <a:off x="4956071" y="4504475"/>
            <a:ext cx="19639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Tekrarlanabilirlik İyi </a:t>
            </a:r>
          </a:p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Doğruluk Kötü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8998E25-E554-B6FA-5AA2-06B6984395EB}"/>
              </a:ext>
            </a:extLst>
          </p:cNvPr>
          <p:cNvSpPr txBox="1"/>
          <p:nvPr/>
        </p:nvSpPr>
        <p:spPr>
          <a:xfrm>
            <a:off x="2394527" y="4504475"/>
            <a:ext cx="21493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Tekrarlanabilirlik ve</a:t>
            </a:r>
          </a:p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Doğruluk Kötü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9C90C2F-7D9C-75B6-3DFD-DA089100DDCA}"/>
              </a:ext>
            </a:extLst>
          </p:cNvPr>
          <p:cNvSpPr txBox="1"/>
          <p:nvPr/>
        </p:nvSpPr>
        <p:spPr>
          <a:xfrm>
            <a:off x="7451074" y="4504475"/>
            <a:ext cx="19639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Tekrarlanabilirlik İyi </a:t>
            </a:r>
          </a:p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Doğruluk İyi</a:t>
            </a:r>
          </a:p>
        </p:txBody>
      </p:sp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74</Words>
  <Application>Microsoft Office PowerPoint</Application>
  <PresentationFormat>Geniş ekran</PresentationFormat>
  <Paragraphs>36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33</cp:revision>
  <dcterms:created xsi:type="dcterms:W3CDTF">2025-05-08T09:17:15Z</dcterms:created>
  <dcterms:modified xsi:type="dcterms:W3CDTF">2025-09-07T20:41:37Z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