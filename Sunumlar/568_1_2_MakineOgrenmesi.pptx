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8" r:id="rId2"/>
    <p:sldId id="282" r:id="rId3"/>
    <p:sldId id="296" r:id="rId4"/>
    <p:sldId id="297" r:id="rId5"/>
    <p:sldId id="298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7" d="100"/>
          <a:sy n="87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0F13-9DC6-9B9C-0043-19B099A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36B2B9C5-80EC-2C52-C297-34571909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8549B25C-97DA-A2C5-501E-3C226C14F0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9D08AFC-E3B5-0910-82DE-40EFBBA213FE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8883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6.09.2025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Makine Öğrenmesine Nedir?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482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Makine Öğrenmesi: Giriş 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6096000" y="2799785"/>
            <a:ext cx="416290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Günümüzün en popüler alanlarından biri,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 iş dünyası hem de teknoloji için kritik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Veriden öğrenen algoritmalar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E638F282-6144-53BA-4060-50632E1A7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6313" y="22680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Denetimli Öğrenme: Kavram ve Örnekler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6096000" y="2799785"/>
            <a:ext cx="416290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Etiketli veri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İki temel tür: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Sınıflandırma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Regresyon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Performans: D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oğruluk/AUC, MAE/RMSE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AF20C95A-9873-B634-CADF-655B0BA66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420" y="2240512"/>
            <a:ext cx="3944768" cy="23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B684-E3C2-D820-2168-D9083BDB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0B9EDD-833F-1F4A-F36F-A0B0D96A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64FB6BBB-CD55-B218-4CCB-58AF7B1167C9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B21AA857-0236-38FF-4FC9-20E578A09D59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8B80504-6E12-8D29-3FCC-EAFBCB6FC454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Denetimsiz Öğrenme: Kavram ve Örnekler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F70CEDF-C04C-B98C-EF72-6CDC86DFDA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C4F83EF-D9C1-479B-190E-54A1033052AB}"/>
              </a:ext>
            </a:extLst>
          </p:cNvPr>
          <p:cNvSpPr txBox="1"/>
          <p:nvPr/>
        </p:nvSpPr>
        <p:spPr>
          <a:xfrm>
            <a:off x="4011774" y="4145945"/>
            <a:ext cx="416290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Etiketsiz veride örüntü keşfi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Kümeleme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ile segmentler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Ölçekleme ve k seçimi önemli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CD16875-9F2A-9CD3-A60A-2A09A1CBB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9FAC6837-250E-AD9A-5799-950DE922279B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EDEEEF3E-055B-8FE7-F22C-53B5F5990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2308" y="1311591"/>
            <a:ext cx="7061839" cy="23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6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45BFEC4-E241-A325-3671-CE889337DA7A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Sınırlılıklar, Yaşam Döngüsü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1FF497B-D9D9-DDA3-E805-A2A342DCA807}"/>
              </a:ext>
            </a:extLst>
          </p:cNvPr>
          <p:cNvSpPr txBox="1"/>
          <p:nvPr/>
        </p:nvSpPr>
        <p:spPr>
          <a:xfrm>
            <a:off x="6093229" y="2625242"/>
            <a:ext cx="4162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Kalitesi ve miktarı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Özellik seçimi zorlayıcı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Karmaşık problemler için: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8E9AD57D-9D12-5E3B-E6E9-8275ECC57582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8905712-5AB2-B166-E538-378C4CDA5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0137"/>
          <a:stretch>
            <a:fillRect/>
          </a:stretch>
        </p:blipFill>
        <p:spPr>
          <a:xfrm>
            <a:off x="1706077" y="2499955"/>
            <a:ext cx="3905192" cy="175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89</Words>
  <Application>Microsoft Office PowerPoint</Application>
  <PresentationFormat>Geniş ekran</PresentationFormat>
  <Paragraphs>30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27</cp:revision>
  <dcterms:created xsi:type="dcterms:W3CDTF">2025-05-08T09:17:15Z</dcterms:created>
  <dcterms:modified xsi:type="dcterms:W3CDTF">2025-09-06T18:55:19Z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