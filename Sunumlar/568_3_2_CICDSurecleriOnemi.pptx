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8" r:id="rId2"/>
    <p:sldId id="299" r:id="rId3"/>
    <p:sldId id="282" r:id="rId4"/>
    <p:sldId id="296" r:id="rId5"/>
    <p:sldId id="298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7" d="100"/>
          <a:sy n="87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13.09.2025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Süreçleri ve Önemi</a:t>
            </a:r>
            <a:endParaRPr lang="tr-TR" sz="5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Manuel Süreçlerin Zorlukları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8168C5-0959-406B-F3AB-1F23C73FF6C9}"/>
              </a:ext>
            </a:extLst>
          </p:cNvPr>
          <p:cNvSpPr txBox="1"/>
          <p:nvPr/>
        </p:nvSpPr>
        <p:spPr>
          <a:xfrm>
            <a:off x="5743190" y="2684364"/>
            <a:ext cx="480707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Kodlar elle test edilir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Manuel dağıtım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Teslimatlar ayda bir ya da daha az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Hatalar geç fark edilir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6AD41C27-E560-B9A1-7898-05731A27E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5905" y="2179850"/>
            <a:ext cx="3765827" cy="27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279242"/>
            <a:ext cx="62310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Integration &amp; </a:t>
            </a:r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Delivery</a:t>
            </a:r>
          </a:p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Sürekli Entegrasyon &amp; Sürekli Teslimat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2147580" y="3999656"/>
            <a:ext cx="388033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 ( Sürekli Entegrasyon)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Geliştiricilerin kodlarını sık sık ortak depoya entegre etmesi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Otomatik testlerle hataların erken yakalanması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3F881BB4-1D02-2416-53AA-3C5F0528F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648" y="1142489"/>
            <a:ext cx="5642540" cy="2662573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9D1F0EBE-AB9F-8987-0DF7-9C45B05127C6}"/>
              </a:ext>
            </a:extLst>
          </p:cNvPr>
          <p:cNvSpPr txBox="1"/>
          <p:nvPr/>
        </p:nvSpPr>
        <p:spPr>
          <a:xfrm>
            <a:off x="6164082" y="3983607"/>
            <a:ext cx="388033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 ( Sürekli Teslimat)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Testten geçen kodun otomatik olarak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staging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(ürünleştirme) ortamına aktarılması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Kullanıcılara hızlı, güvenli teslimat</a:t>
            </a:r>
          </a:p>
        </p:txBody>
      </p:sp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Adım Adım CI/CD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5698A20-ED5E-3A39-E4EC-A485A7428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250" y="1593187"/>
            <a:ext cx="6527335" cy="367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D9182F5-A001-4886-7C88-0F437CBECC43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Actions ile CI/CD</a:t>
            </a:r>
            <a:endParaRPr lang="tr-TR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660DEF1-7C5B-6D7E-6AE1-91D8FD40CCCE}"/>
              </a:ext>
            </a:extLst>
          </p:cNvPr>
          <p:cNvSpPr txBox="1"/>
          <p:nvPr/>
        </p:nvSpPr>
        <p:spPr>
          <a:xfrm>
            <a:off x="5991598" y="2799784"/>
            <a:ext cx="49762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ile CI/CD süreçlerini yönetmek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dosyaları (.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yml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→ Derleme → Dağıtma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6FB7101-FA81-5216-AB7F-F30713FDD6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474656"/>
            <a:ext cx="3707290" cy="18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110</Words>
  <Application>Microsoft Office PowerPoint</Application>
  <PresentationFormat>Geniş ekran</PresentationFormat>
  <Paragraphs>33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39</cp:revision>
  <dcterms:created xsi:type="dcterms:W3CDTF">2025-05-08T09:17:15Z</dcterms:created>
  <dcterms:modified xsi:type="dcterms:W3CDTF">2025-09-13T10:23:30Z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