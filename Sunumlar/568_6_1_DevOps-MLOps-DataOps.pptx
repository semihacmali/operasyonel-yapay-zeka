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78" r:id="rId2"/>
    <p:sldId id="299" r:id="rId3"/>
    <p:sldId id="282" r:id="rId4"/>
    <p:sldId id="296" r:id="rId5"/>
    <p:sldId id="298" r:id="rId6"/>
    <p:sldId id="300" r:id="rId7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13" d="100"/>
          <a:sy n="113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160BEE-DF0F-45E4-B17A-24D124D7C4E0}" type="doc">
      <dgm:prSet loTypeId="urn:microsoft.com/office/officeart/2005/8/layout/lProcess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tr-TR"/>
        </a:p>
      </dgm:t>
    </dgm:pt>
    <dgm:pt modelId="{D0534200-E68D-45EF-BE0C-E83D5DC5980E}">
      <dgm:prSet phldrT="[Metin]" phldr="0"/>
      <dgm:spPr/>
      <dgm:t>
        <a:bodyPr/>
        <a:lstStyle/>
        <a:p>
          <a:r>
            <a:rPr lang="tr-TR" dirty="0" err="1"/>
            <a:t>DevOps</a:t>
          </a:r>
          <a:endParaRPr lang="tr-TR" dirty="0"/>
        </a:p>
      </dgm:t>
    </dgm:pt>
    <dgm:pt modelId="{51298725-CFDD-4E4D-A7F8-273A9F88C7F6}" type="parTrans" cxnId="{BE527A75-6B6E-4C0C-B7C1-13FA8FE8C1F7}">
      <dgm:prSet/>
      <dgm:spPr/>
      <dgm:t>
        <a:bodyPr/>
        <a:lstStyle/>
        <a:p>
          <a:endParaRPr lang="tr-TR"/>
        </a:p>
      </dgm:t>
    </dgm:pt>
    <dgm:pt modelId="{E5ACB7C9-7376-4E7C-A1D5-578F1B637F2D}" type="sibTrans" cxnId="{BE527A75-6B6E-4C0C-B7C1-13FA8FE8C1F7}">
      <dgm:prSet/>
      <dgm:spPr/>
      <dgm:t>
        <a:bodyPr/>
        <a:lstStyle/>
        <a:p>
          <a:endParaRPr lang="tr-TR"/>
        </a:p>
      </dgm:t>
    </dgm:pt>
    <dgm:pt modelId="{2A671FBA-25BB-47A9-BB6B-E468695EB6B4}">
      <dgm:prSet phldrT="[Metin]" phldr="0"/>
      <dgm:spPr/>
      <dgm:t>
        <a:bodyPr/>
        <a:lstStyle/>
        <a:p>
          <a:r>
            <a:rPr lang="tr-TR" dirty="0"/>
            <a:t>Yazılım kodu</a:t>
          </a:r>
        </a:p>
      </dgm:t>
    </dgm:pt>
    <dgm:pt modelId="{50C759E6-574F-4EBD-8CF1-0780B45996AF}" type="parTrans" cxnId="{081E89D3-2651-4843-BAF7-4DA8B547327C}">
      <dgm:prSet/>
      <dgm:spPr/>
      <dgm:t>
        <a:bodyPr/>
        <a:lstStyle/>
        <a:p>
          <a:endParaRPr lang="tr-TR"/>
        </a:p>
      </dgm:t>
    </dgm:pt>
    <dgm:pt modelId="{544E3BC4-5C47-49AD-9088-56FAD7C2CD12}" type="sibTrans" cxnId="{081E89D3-2651-4843-BAF7-4DA8B547327C}">
      <dgm:prSet/>
      <dgm:spPr/>
      <dgm:t>
        <a:bodyPr/>
        <a:lstStyle/>
        <a:p>
          <a:endParaRPr lang="tr-TR"/>
        </a:p>
      </dgm:t>
    </dgm:pt>
    <dgm:pt modelId="{5C86159F-8C42-49BB-8496-FC377341E01E}">
      <dgm:prSet phldrT="[Metin]" phldr="0"/>
      <dgm:spPr/>
      <dgm:t>
        <a:bodyPr/>
        <a:lstStyle/>
        <a:p>
          <a:r>
            <a:rPr lang="tr-TR" dirty="0"/>
            <a:t>CI/CD, Test, Dağıtım</a:t>
          </a:r>
        </a:p>
      </dgm:t>
    </dgm:pt>
    <dgm:pt modelId="{B6F89938-9385-4085-8F7E-1C5A21F1BA90}" type="parTrans" cxnId="{8DD6E528-66C8-4A7A-A335-340DD8C1765A}">
      <dgm:prSet/>
      <dgm:spPr/>
      <dgm:t>
        <a:bodyPr/>
        <a:lstStyle/>
        <a:p>
          <a:endParaRPr lang="tr-TR"/>
        </a:p>
      </dgm:t>
    </dgm:pt>
    <dgm:pt modelId="{ACA6A782-4E80-42C2-A095-4B9EE1A6FA76}" type="sibTrans" cxnId="{8DD6E528-66C8-4A7A-A335-340DD8C1765A}">
      <dgm:prSet/>
      <dgm:spPr/>
      <dgm:t>
        <a:bodyPr/>
        <a:lstStyle/>
        <a:p>
          <a:endParaRPr lang="tr-TR"/>
        </a:p>
      </dgm:t>
    </dgm:pt>
    <dgm:pt modelId="{0C5BED9D-D3B6-4B86-829C-47C624E9A412}">
      <dgm:prSet phldrT="[Metin]" phldr="0"/>
      <dgm:spPr/>
      <dgm:t>
        <a:bodyPr/>
        <a:lstStyle/>
        <a:p>
          <a:r>
            <a:rPr lang="tr-TR" dirty="0" err="1"/>
            <a:t>DataOps</a:t>
          </a:r>
          <a:endParaRPr lang="tr-TR" dirty="0"/>
        </a:p>
      </dgm:t>
    </dgm:pt>
    <dgm:pt modelId="{25374562-E64C-42FA-A903-536E1A23B765}" type="parTrans" cxnId="{C024160A-9EBA-4732-88EC-3BBF71C0FC38}">
      <dgm:prSet/>
      <dgm:spPr/>
      <dgm:t>
        <a:bodyPr/>
        <a:lstStyle/>
        <a:p>
          <a:endParaRPr lang="tr-TR"/>
        </a:p>
      </dgm:t>
    </dgm:pt>
    <dgm:pt modelId="{AACE5512-17DD-43B5-BA29-972A1AF29A54}" type="sibTrans" cxnId="{C024160A-9EBA-4732-88EC-3BBF71C0FC38}">
      <dgm:prSet/>
      <dgm:spPr/>
      <dgm:t>
        <a:bodyPr/>
        <a:lstStyle/>
        <a:p>
          <a:endParaRPr lang="tr-TR"/>
        </a:p>
      </dgm:t>
    </dgm:pt>
    <dgm:pt modelId="{64C6D58C-2A1C-4B1E-92C1-2D61859536BF}">
      <dgm:prSet phldrT="[Metin]" phldr="0"/>
      <dgm:spPr/>
      <dgm:t>
        <a:bodyPr/>
        <a:lstStyle/>
        <a:p>
          <a:r>
            <a:rPr lang="tr-TR" dirty="0"/>
            <a:t>Veri Akışı ve kalitesi</a:t>
          </a:r>
        </a:p>
      </dgm:t>
    </dgm:pt>
    <dgm:pt modelId="{78DC786F-2210-4095-8111-A19411E50257}" type="parTrans" cxnId="{2C009AF9-CD17-45F9-849B-D4FD971B2A2E}">
      <dgm:prSet/>
      <dgm:spPr/>
      <dgm:t>
        <a:bodyPr/>
        <a:lstStyle/>
        <a:p>
          <a:endParaRPr lang="tr-TR"/>
        </a:p>
      </dgm:t>
    </dgm:pt>
    <dgm:pt modelId="{4C2622F9-FE15-4B19-BD5E-E4DEBB917FC1}" type="sibTrans" cxnId="{2C009AF9-CD17-45F9-849B-D4FD971B2A2E}">
      <dgm:prSet/>
      <dgm:spPr/>
      <dgm:t>
        <a:bodyPr/>
        <a:lstStyle/>
        <a:p>
          <a:endParaRPr lang="tr-TR"/>
        </a:p>
      </dgm:t>
    </dgm:pt>
    <dgm:pt modelId="{C7504003-D957-42B5-B919-FC6EDA2C3F84}">
      <dgm:prSet phldrT="[Metin]" phldr="0"/>
      <dgm:spPr/>
      <dgm:t>
        <a:bodyPr/>
        <a:lstStyle/>
        <a:p>
          <a:r>
            <a:rPr lang="tr-TR" dirty="0"/>
            <a:t>DVC, </a:t>
          </a:r>
          <a:r>
            <a:rPr lang="tr-TR" dirty="0" err="1"/>
            <a:t>Airflow</a:t>
          </a:r>
          <a:endParaRPr lang="tr-TR" dirty="0"/>
        </a:p>
      </dgm:t>
    </dgm:pt>
    <dgm:pt modelId="{A23934EA-8871-4C66-947B-A8F884CAF4B4}" type="parTrans" cxnId="{03DE9433-5532-405F-B2FF-A69F16974C36}">
      <dgm:prSet/>
      <dgm:spPr/>
      <dgm:t>
        <a:bodyPr/>
        <a:lstStyle/>
        <a:p>
          <a:endParaRPr lang="tr-TR"/>
        </a:p>
      </dgm:t>
    </dgm:pt>
    <dgm:pt modelId="{CB1B1A2B-A1D3-46B5-B4EA-89FEAA3101C9}" type="sibTrans" cxnId="{03DE9433-5532-405F-B2FF-A69F16974C36}">
      <dgm:prSet/>
      <dgm:spPr/>
      <dgm:t>
        <a:bodyPr/>
        <a:lstStyle/>
        <a:p>
          <a:endParaRPr lang="tr-TR"/>
        </a:p>
      </dgm:t>
    </dgm:pt>
    <dgm:pt modelId="{43D89DC0-AF05-481B-9CF0-5EF409717457}">
      <dgm:prSet phldrT="[Metin]" phldr="0"/>
      <dgm:spPr/>
      <dgm:t>
        <a:bodyPr/>
        <a:lstStyle/>
        <a:p>
          <a:r>
            <a:rPr lang="tr-TR" dirty="0" err="1"/>
            <a:t>MLOps</a:t>
          </a:r>
          <a:endParaRPr lang="tr-TR" dirty="0"/>
        </a:p>
      </dgm:t>
    </dgm:pt>
    <dgm:pt modelId="{D8BDEA44-E432-4DF0-840C-6F59AED973A6}" type="parTrans" cxnId="{5090B6DC-F289-451D-96E2-85A120BCF9D0}">
      <dgm:prSet/>
      <dgm:spPr/>
      <dgm:t>
        <a:bodyPr/>
        <a:lstStyle/>
        <a:p>
          <a:endParaRPr lang="tr-TR"/>
        </a:p>
      </dgm:t>
    </dgm:pt>
    <dgm:pt modelId="{8FEC2C3D-F167-4DB4-B5F6-9939DF85D61D}" type="sibTrans" cxnId="{5090B6DC-F289-451D-96E2-85A120BCF9D0}">
      <dgm:prSet/>
      <dgm:spPr/>
      <dgm:t>
        <a:bodyPr/>
        <a:lstStyle/>
        <a:p>
          <a:endParaRPr lang="tr-TR"/>
        </a:p>
      </dgm:t>
    </dgm:pt>
    <dgm:pt modelId="{FD03E1BE-85D8-472E-BC53-D70872807C05}">
      <dgm:prSet phldrT="[Metin]" phldr="0"/>
      <dgm:spPr/>
      <dgm:t>
        <a:bodyPr/>
        <a:lstStyle/>
        <a:p>
          <a:r>
            <a:rPr lang="tr-TR" dirty="0"/>
            <a:t>Model yaşam döngüsü</a:t>
          </a:r>
        </a:p>
      </dgm:t>
    </dgm:pt>
    <dgm:pt modelId="{1321E08C-1A60-4CCC-AA1A-1C288ADC0019}" type="parTrans" cxnId="{6461FA89-E00C-4619-AE93-C1ED89A138C9}">
      <dgm:prSet/>
      <dgm:spPr/>
      <dgm:t>
        <a:bodyPr/>
        <a:lstStyle/>
        <a:p>
          <a:endParaRPr lang="tr-TR"/>
        </a:p>
      </dgm:t>
    </dgm:pt>
    <dgm:pt modelId="{3E81F6CF-A339-4665-BF14-33BBABF3E3AF}" type="sibTrans" cxnId="{6461FA89-E00C-4619-AE93-C1ED89A138C9}">
      <dgm:prSet/>
      <dgm:spPr/>
      <dgm:t>
        <a:bodyPr/>
        <a:lstStyle/>
        <a:p>
          <a:endParaRPr lang="tr-TR"/>
        </a:p>
      </dgm:t>
    </dgm:pt>
    <dgm:pt modelId="{038A9488-78D8-4978-A5F0-3986B99D1999}">
      <dgm:prSet phldrT="[Metin]" phldr="0"/>
      <dgm:spPr/>
      <dgm:t>
        <a:bodyPr/>
        <a:lstStyle/>
        <a:p>
          <a:r>
            <a:rPr lang="tr-TR" dirty="0"/>
            <a:t>Model Eğitimi, </a:t>
          </a:r>
          <a:r>
            <a:rPr lang="tr-TR" dirty="0" err="1"/>
            <a:t>Dağıtımü</a:t>
          </a:r>
          <a:endParaRPr lang="tr-TR" dirty="0"/>
        </a:p>
      </dgm:t>
    </dgm:pt>
    <dgm:pt modelId="{8A72DCE0-FA4C-4860-874E-A40AE680D292}" type="parTrans" cxnId="{7A35EEB0-0045-466A-ACE4-79368540028A}">
      <dgm:prSet/>
      <dgm:spPr/>
      <dgm:t>
        <a:bodyPr/>
        <a:lstStyle/>
        <a:p>
          <a:endParaRPr lang="tr-TR"/>
        </a:p>
      </dgm:t>
    </dgm:pt>
    <dgm:pt modelId="{4D040957-69A7-488A-8016-9C4958F20FAA}" type="sibTrans" cxnId="{7A35EEB0-0045-466A-ACE4-79368540028A}">
      <dgm:prSet/>
      <dgm:spPr/>
      <dgm:t>
        <a:bodyPr/>
        <a:lstStyle/>
        <a:p>
          <a:endParaRPr lang="tr-TR"/>
        </a:p>
      </dgm:t>
    </dgm:pt>
    <dgm:pt modelId="{A98706F6-D6C3-40CE-8CBA-3A98482650F8}">
      <dgm:prSet phldrT="[Metin]" phldr="0"/>
      <dgm:spPr/>
      <dgm:t>
        <a:bodyPr/>
        <a:lstStyle/>
        <a:p>
          <a:r>
            <a:rPr lang="tr-TR" dirty="0" err="1"/>
            <a:t>Github</a:t>
          </a:r>
          <a:r>
            <a:rPr lang="tr-TR" dirty="0"/>
            <a:t> </a:t>
          </a:r>
          <a:r>
            <a:rPr lang="tr-TR" dirty="0" err="1"/>
            <a:t>Actions</a:t>
          </a:r>
          <a:r>
            <a:rPr lang="tr-TR" dirty="0"/>
            <a:t>, </a:t>
          </a:r>
          <a:r>
            <a:rPr lang="tr-TR" dirty="0" err="1"/>
            <a:t>Docker</a:t>
          </a:r>
          <a:r>
            <a:rPr lang="tr-TR" dirty="0"/>
            <a:t>, Jenkins</a:t>
          </a:r>
        </a:p>
      </dgm:t>
    </dgm:pt>
    <dgm:pt modelId="{B7DFB0C4-7352-46CA-B89F-EDA8E3779D07}" type="parTrans" cxnId="{4F4BCF67-A9B8-45B9-B94A-DF41AFD0ACF3}">
      <dgm:prSet/>
      <dgm:spPr/>
      <dgm:t>
        <a:bodyPr/>
        <a:lstStyle/>
        <a:p>
          <a:endParaRPr lang="tr-TR"/>
        </a:p>
      </dgm:t>
    </dgm:pt>
    <dgm:pt modelId="{FD61FFD6-F7E1-4C81-8D46-9806212E6D8D}" type="sibTrans" cxnId="{4F4BCF67-A9B8-45B9-B94A-DF41AFD0ACF3}">
      <dgm:prSet/>
      <dgm:spPr/>
      <dgm:t>
        <a:bodyPr/>
        <a:lstStyle/>
        <a:p>
          <a:endParaRPr lang="tr-TR"/>
        </a:p>
      </dgm:t>
    </dgm:pt>
    <dgm:pt modelId="{C156D5C5-7401-46BC-86B4-1C9D49B598CF}">
      <dgm:prSet phldrT="[Metin]" phldr="0"/>
      <dgm:spPr/>
      <dgm:t>
        <a:bodyPr/>
        <a:lstStyle/>
        <a:p>
          <a:r>
            <a:rPr lang="tr-TR"/>
            <a:t>Uygulama</a:t>
          </a:r>
          <a:endParaRPr lang="tr-TR" dirty="0"/>
        </a:p>
      </dgm:t>
    </dgm:pt>
    <dgm:pt modelId="{9C31D78A-D454-404F-9EBD-07665A1E5ABF}" type="parTrans" cxnId="{9F7AF50A-004B-4886-9DE4-146D4968ADA6}">
      <dgm:prSet/>
      <dgm:spPr/>
      <dgm:t>
        <a:bodyPr/>
        <a:lstStyle/>
        <a:p>
          <a:endParaRPr lang="tr-TR"/>
        </a:p>
      </dgm:t>
    </dgm:pt>
    <dgm:pt modelId="{2F288289-70F9-45C3-AE89-BAD64FA147B4}" type="sibTrans" cxnId="{9F7AF50A-004B-4886-9DE4-146D4968ADA6}">
      <dgm:prSet/>
      <dgm:spPr/>
      <dgm:t>
        <a:bodyPr/>
        <a:lstStyle/>
        <a:p>
          <a:endParaRPr lang="tr-TR"/>
        </a:p>
      </dgm:t>
    </dgm:pt>
    <dgm:pt modelId="{56355EAE-D2F8-498C-8F63-2CA58AC409FC}">
      <dgm:prSet phldrT="[Metin]" phldr="0"/>
      <dgm:spPr/>
      <dgm:t>
        <a:bodyPr/>
        <a:lstStyle/>
        <a:p>
          <a:r>
            <a:rPr lang="tr-TR"/>
            <a:t>Veri Entegrasyonu, İzleme</a:t>
          </a:r>
          <a:endParaRPr lang="tr-TR" dirty="0"/>
        </a:p>
      </dgm:t>
    </dgm:pt>
    <dgm:pt modelId="{43ED64B0-8D4B-47EF-8887-9B2F12742CDB}" type="parTrans" cxnId="{4F35A2FA-6F14-4D71-9C52-900CD1CE43E4}">
      <dgm:prSet/>
      <dgm:spPr/>
      <dgm:t>
        <a:bodyPr/>
        <a:lstStyle/>
        <a:p>
          <a:endParaRPr lang="tr-TR"/>
        </a:p>
      </dgm:t>
    </dgm:pt>
    <dgm:pt modelId="{E54B5AB3-5065-4C33-B203-4C6613DD3A88}" type="sibTrans" cxnId="{4F35A2FA-6F14-4D71-9C52-900CD1CE43E4}">
      <dgm:prSet/>
      <dgm:spPr/>
      <dgm:t>
        <a:bodyPr/>
        <a:lstStyle/>
        <a:p>
          <a:endParaRPr lang="tr-TR"/>
        </a:p>
      </dgm:t>
    </dgm:pt>
    <dgm:pt modelId="{B4C04082-40E2-4364-A282-ED82605B5A4B}">
      <dgm:prSet phldrT="[Metin]" phldr="0"/>
      <dgm:spPr/>
      <dgm:t>
        <a:bodyPr/>
        <a:lstStyle/>
        <a:p>
          <a:r>
            <a:rPr lang="tr-TR"/>
            <a:t>Güvenilir veri</a:t>
          </a:r>
          <a:endParaRPr lang="tr-TR" dirty="0"/>
        </a:p>
      </dgm:t>
    </dgm:pt>
    <dgm:pt modelId="{CDF3EDD9-1F55-47BD-95CA-541AA5541299}" type="parTrans" cxnId="{4EA44DFE-AD68-42E0-943E-4BD3818B85F4}">
      <dgm:prSet/>
      <dgm:spPr/>
      <dgm:t>
        <a:bodyPr/>
        <a:lstStyle/>
        <a:p>
          <a:endParaRPr lang="tr-TR"/>
        </a:p>
      </dgm:t>
    </dgm:pt>
    <dgm:pt modelId="{85FFE1B8-E4DE-4CBE-B665-875BAD78F44A}" type="sibTrans" cxnId="{4EA44DFE-AD68-42E0-943E-4BD3818B85F4}">
      <dgm:prSet/>
      <dgm:spPr/>
      <dgm:t>
        <a:bodyPr/>
        <a:lstStyle/>
        <a:p>
          <a:endParaRPr lang="tr-TR"/>
        </a:p>
      </dgm:t>
    </dgm:pt>
    <dgm:pt modelId="{7E77DC2E-12B9-46FE-9900-1B759E1EA1B6}">
      <dgm:prSet phldrT="[Metin]" phldr="0"/>
      <dgm:spPr/>
      <dgm:t>
        <a:bodyPr/>
        <a:lstStyle/>
        <a:p>
          <a:r>
            <a:rPr lang="tr-TR" dirty="0" err="1"/>
            <a:t>Mlflow</a:t>
          </a:r>
          <a:r>
            <a:rPr lang="tr-TR" dirty="0"/>
            <a:t>, </a:t>
          </a:r>
          <a:r>
            <a:rPr lang="tr-TR" dirty="0" err="1"/>
            <a:t>Kubeflow</a:t>
          </a:r>
          <a:r>
            <a:rPr lang="tr-TR" dirty="0"/>
            <a:t>, </a:t>
          </a:r>
          <a:r>
            <a:rPr lang="tr-TR" dirty="0" err="1"/>
            <a:t>DagsHub</a:t>
          </a:r>
          <a:endParaRPr lang="tr-TR" dirty="0"/>
        </a:p>
      </dgm:t>
    </dgm:pt>
    <dgm:pt modelId="{717F9FDA-8136-41A1-A960-3692CB4A240F}" type="parTrans" cxnId="{C7622513-B7B6-4228-ADE8-BCE7A24388F6}">
      <dgm:prSet/>
      <dgm:spPr/>
      <dgm:t>
        <a:bodyPr/>
        <a:lstStyle/>
        <a:p>
          <a:endParaRPr lang="tr-TR"/>
        </a:p>
      </dgm:t>
    </dgm:pt>
    <dgm:pt modelId="{8F941B65-174D-47AF-91B7-D59756643C38}" type="sibTrans" cxnId="{C7622513-B7B6-4228-ADE8-BCE7A24388F6}">
      <dgm:prSet/>
      <dgm:spPr/>
      <dgm:t>
        <a:bodyPr/>
        <a:lstStyle/>
        <a:p>
          <a:endParaRPr lang="tr-TR"/>
        </a:p>
      </dgm:t>
    </dgm:pt>
    <dgm:pt modelId="{C5BEDFE2-60F1-47D1-A070-90D152EA4231}">
      <dgm:prSet phldrT="[Metin]" phldr="0"/>
      <dgm:spPr/>
      <dgm:t>
        <a:bodyPr/>
        <a:lstStyle/>
        <a:p>
          <a:r>
            <a:rPr lang="tr-TR"/>
            <a:t>Üretime hazır model</a:t>
          </a:r>
          <a:endParaRPr lang="tr-TR" dirty="0"/>
        </a:p>
      </dgm:t>
    </dgm:pt>
    <dgm:pt modelId="{53A219DA-A454-43B0-B919-93BA7E1674B2}" type="parTrans" cxnId="{6FE302BE-7AFC-4410-8E67-3A4972C3BB15}">
      <dgm:prSet/>
      <dgm:spPr/>
      <dgm:t>
        <a:bodyPr/>
        <a:lstStyle/>
        <a:p>
          <a:endParaRPr lang="tr-TR"/>
        </a:p>
      </dgm:t>
    </dgm:pt>
    <dgm:pt modelId="{2F17D136-5AAD-401E-B5E7-B8C04CE7986D}" type="sibTrans" cxnId="{6FE302BE-7AFC-4410-8E67-3A4972C3BB15}">
      <dgm:prSet/>
      <dgm:spPr/>
      <dgm:t>
        <a:bodyPr/>
        <a:lstStyle/>
        <a:p>
          <a:endParaRPr lang="tr-TR"/>
        </a:p>
      </dgm:t>
    </dgm:pt>
    <dgm:pt modelId="{57DBDEE7-94C8-4E21-8C5F-E64D1E617B49}" type="pres">
      <dgm:prSet presAssocID="{74160BEE-DF0F-45E4-B17A-24D124D7C4E0}" presName="theList" presStyleCnt="0">
        <dgm:presLayoutVars>
          <dgm:dir/>
          <dgm:animLvl val="lvl"/>
          <dgm:resizeHandles val="exact"/>
        </dgm:presLayoutVars>
      </dgm:prSet>
      <dgm:spPr/>
    </dgm:pt>
    <dgm:pt modelId="{743710C0-4587-4046-8ABC-A14AEEB095DF}" type="pres">
      <dgm:prSet presAssocID="{D0534200-E68D-45EF-BE0C-E83D5DC5980E}" presName="compNode" presStyleCnt="0"/>
      <dgm:spPr/>
    </dgm:pt>
    <dgm:pt modelId="{F94E6334-36E0-452C-A790-634053DE2A98}" type="pres">
      <dgm:prSet presAssocID="{D0534200-E68D-45EF-BE0C-E83D5DC5980E}" presName="aNode" presStyleLbl="bgShp" presStyleIdx="0" presStyleCnt="3"/>
      <dgm:spPr/>
    </dgm:pt>
    <dgm:pt modelId="{0094B53B-AC90-4335-ABC2-00C38F904A66}" type="pres">
      <dgm:prSet presAssocID="{D0534200-E68D-45EF-BE0C-E83D5DC5980E}" presName="textNode" presStyleLbl="bgShp" presStyleIdx="0" presStyleCnt="3"/>
      <dgm:spPr/>
    </dgm:pt>
    <dgm:pt modelId="{9A622F51-454D-4019-982C-4A76D9E3E384}" type="pres">
      <dgm:prSet presAssocID="{D0534200-E68D-45EF-BE0C-E83D5DC5980E}" presName="compChildNode" presStyleCnt="0"/>
      <dgm:spPr/>
    </dgm:pt>
    <dgm:pt modelId="{64A88E29-619B-41A6-A0C7-F69889925B29}" type="pres">
      <dgm:prSet presAssocID="{D0534200-E68D-45EF-BE0C-E83D5DC5980E}" presName="theInnerList" presStyleCnt="0"/>
      <dgm:spPr/>
    </dgm:pt>
    <dgm:pt modelId="{3BBEC81C-7F4F-48C5-9114-DB44466BE6DE}" type="pres">
      <dgm:prSet presAssocID="{2A671FBA-25BB-47A9-BB6B-E468695EB6B4}" presName="childNode" presStyleLbl="node1" presStyleIdx="0" presStyleCnt="12">
        <dgm:presLayoutVars>
          <dgm:bulletEnabled val="1"/>
        </dgm:presLayoutVars>
      </dgm:prSet>
      <dgm:spPr/>
    </dgm:pt>
    <dgm:pt modelId="{2D363CBD-C3FA-4FA5-BE91-57B886BB7C85}" type="pres">
      <dgm:prSet presAssocID="{2A671FBA-25BB-47A9-BB6B-E468695EB6B4}" presName="aSpace2" presStyleCnt="0"/>
      <dgm:spPr/>
    </dgm:pt>
    <dgm:pt modelId="{796D3CA5-1CAB-4D13-AB99-F245F4FD469D}" type="pres">
      <dgm:prSet presAssocID="{5C86159F-8C42-49BB-8496-FC377341E01E}" presName="childNode" presStyleLbl="node1" presStyleIdx="1" presStyleCnt="12">
        <dgm:presLayoutVars>
          <dgm:bulletEnabled val="1"/>
        </dgm:presLayoutVars>
      </dgm:prSet>
      <dgm:spPr/>
    </dgm:pt>
    <dgm:pt modelId="{4381C107-E3A8-47CA-90FB-AFFC8D2A5E3D}" type="pres">
      <dgm:prSet presAssocID="{5C86159F-8C42-49BB-8496-FC377341E01E}" presName="aSpace2" presStyleCnt="0"/>
      <dgm:spPr/>
    </dgm:pt>
    <dgm:pt modelId="{E467E050-8ED0-4497-9761-12EE91530398}" type="pres">
      <dgm:prSet presAssocID="{A98706F6-D6C3-40CE-8CBA-3A98482650F8}" presName="childNode" presStyleLbl="node1" presStyleIdx="2" presStyleCnt="12">
        <dgm:presLayoutVars>
          <dgm:bulletEnabled val="1"/>
        </dgm:presLayoutVars>
      </dgm:prSet>
      <dgm:spPr/>
    </dgm:pt>
    <dgm:pt modelId="{D83BAF6B-0E1C-438A-A724-1A848003E617}" type="pres">
      <dgm:prSet presAssocID="{A98706F6-D6C3-40CE-8CBA-3A98482650F8}" presName="aSpace2" presStyleCnt="0"/>
      <dgm:spPr/>
    </dgm:pt>
    <dgm:pt modelId="{8648F34A-39F1-4D1C-8C43-FE4151C95A73}" type="pres">
      <dgm:prSet presAssocID="{C156D5C5-7401-46BC-86B4-1C9D49B598CF}" presName="childNode" presStyleLbl="node1" presStyleIdx="3" presStyleCnt="12">
        <dgm:presLayoutVars>
          <dgm:bulletEnabled val="1"/>
        </dgm:presLayoutVars>
      </dgm:prSet>
      <dgm:spPr/>
    </dgm:pt>
    <dgm:pt modelId="{540EFAFF-7A2C-43BA-B000-2EC7FBB407FD}" type="pres">
      <dgm:prSet presAssocID="{D0534200-E68D-45EF-BE0C-E83D5DC5980E}" presName="aSpace" presStyleCnt="0"/>
      <dgm:spPr/>
    </dgm:pt>
    <dgm:pt modelId="{E42FFA59-BCE3-4CE0-91C7-64F3D01F9D0B}" type="pres">
      <dgm:prSet presAssocID="{0C5BED9D-D3B6-4B86-829C-47C624E9A412}" presName="compNode" presStyleCnt="0"/>
      <dgm:spPr/>
    </dgm:pt>
    <dgm:pt modelId="{13B2572E-7505-4ED8-8B79-B695073E62C2}" type="pres">
      <dgm:prSet presAssocID="{0C5BED9D-D3B6-4B86-829C-47C624E9A412}" presName="aNode" presStyleLbl="bgShp" presStyleIdx="1" presStyleCnt="3"/>
      <dgm:spPr/>
    </dgm:pt>
    <dgm:pt modelId="{022364B2-D799-41F1-9488-7A6DC0B14C7E}" type="pres">
      <dgm:prSet presAssocID="{0C5BED9D-D3B6-4B86-829C-47C624E9A412}" presName="textNode" presStyleLbl="bgShp" presStyleIdx="1" presStyleCnt="3"/>
      <dgm:spPr/>
    </dgm:pt>
    <dgm:pt modelId="{A8F77232-2211-4D32-8155-BA36CBE7B043}" type="pres">
      <dgm:prSet presAssocID="{0C5BED9D-D3B6-4B86-829C-47C624E9A412}" presName="compChildNode" presStyleCnt="0"/>
      <dgm:spPr/>
    </dgm:pt>
    <dgm:pt modelId="{7DEDA4D6-CBF4-48E4-A3FF-4DD92C3B3934}" type="pres">
      <dgm:prSet presAssocID="{0C5BED9D-D3B6-4B86-829C-47C624E9A412}" presName="theInnerList" presStyleCnt="0"/>
      <dgm:spPr/>
    </dgm:pt>
    <dgm:pt modelId="{89DD2C00-F9CD-49F0-8F6F-023BE36E6AAE}" type="pres">
      <dgm:prSet presAssocID="{64C6D58C-2A1C-4B1E-92C1-2D61859536BF}" presName="childNode" presStyleLbl="node1" presStyleIdx="4" presStyleCnt="12">
        <dgm:presLayoutVars>
          <dgm:bulletEnabled val="1"/>
        </dgm:presLayoutVars>
      </dgm:prSet>
      <dgm:spPr/>
    </dgm:pt>
    <dgm:pt modelId="{927BAED2-831E-4B87-87A1-FE672EBE74B8}" type="pres">
      <dgm:prSet presAssocID="{64C6D58C-2A1C-4B1E-92C1-2D61859536BF}" presName="aSpace2" presStyleCnt="0"/>
      <dgm:spPr/>
    </dgm:pt>
    <dgm:pt modelId="{1DDFAD37-D99E-4B52-8772-03DA01367EBA}" type="pres">
      <dgm:prSet presAssocID="{56355EAE-D2F8-498C-8F63-2CA58AC409FC}" presName="childNode" presStyleLbl="node1" presStyleIdx="5" presStyleCnt="12">
        <dgm:presLayoutVars>
          <dgm:bulletEnabled val="1"/>
        </dgm:presLayoutVars>
      </dgm:prSet>
      <dgm:spPr/>
    </dgm:pt>
    <dgm:pt modelId="{CEF01CD9-F84F-4141-80DA-3D5E790636A9}" type="pres">
      <dgm:prSet presAssocID="{56355EAE-D2F8-498C-8F63-2CA58AC409FC}" presName="aSpace2" presStyleCnt="0"/>
      <dgm:spPr/>
    </dgm:pt>
    <dgm:pt modelId="{FCAA5458-ACCE-4CA5-8272-5CF129A4B146}" type="pres">
      <dgm:prSet presAssocID="{C7504003-D957-42B5-B919-FC6EDA2C3F84}" presName="childNode" presStyleLbl="node1" presStyleIdx="6" presStyleCnt="12">
        <dgm:presLayoutVars>
          <dgm:bulletEnabled val="1"/>
        </dgm:presLayoutVars>
      </dgm:prSet>
      <dgm:spPr/>
    </dgm:pt>
    <dgm:pt modelId="{E2FB8A63-55EC-4495-AB40-7FF03DE05452}" type="pres">
      <dgm:prSet presAssocID="{C7504003-D957-42B5-B919-FC6EDA2C3F84}" presName="aSpace2" presStyleCnt="0"/>
      <dgm:spPr/>
    </dgm:pt>
    <dgm:pt modelId="{CF306A72-4D74-4003-996A-2B55BB02E3FC}" type="pres">
      <dgm:prSet presAssocID="{B4C04082-40E2-4364-A282-ED82605B5A4B}" presName="childNode" presStyleLbl="node1" presStyleIdx="7" presStyleCnt="12">
        <dgm:presLayoutVars>
          <dgm:bulletEnabled val="1"/>
        </dgm:presLayoutVars>
      </dgm:prSet>
      <dgm:spPr/>
    </dgm:pt>
    <dgm:pt modelId="{814B0AA4-33B9-4B3A-8B01-DB8D0EA31E48}" type="pres">
      <dgm:prSet presAssocID="{0C5BED9D-D3B6-4B86-829C-47C624E9A412}" presName="aSpace" presStyleCnt="0"/>
      <dgm:spPr/>
    </dgm:pt>
    <dgm:pt modelId="{CCAA7743-55DD-4ECB-9215-9DAFC6963C02}" type="pres">
      <dgm:prSet presAssocID="{43D89DC0-AF05-481B-9CF0-5EF409717457}" presName="compNode" presStyleCnt="0"/>
      <dgm:spPr/>
    </dgm:pt>
    <dgm:pt modelId="{63F85EF1-D676-4B4F-9442-6A9862A5D628}" type="pres">
      <dgm:prSet presAssocID="{43D89DC0-AF05-481B-9CF0-5EF409717457}" presName="aNode" presStyleLbl="bgShp" presStyleIdx="2" presStyleCnt="3"/>
      <dgm:spPr/>
    </dgm:pt>
    <dgm:pt modelId="{2310125F-9515-4DFF-918F-B9E3EE5B7C3C}" type="pres">
      <dgm:prSet presAssocID="{43D89DC0-AF05-481B-9CF0-5EF409717457}" presName="textNode" presStyleLbl="bgShp" presStyleIdx="2" presStyleCnt="3"/>
      <dgm:spPr/>
    </dgm:pt>
    <dgm:pt modelId="{9CAA35C6-5395-4CBA-B817-9E25DD000ABE}" type="pres">
      <dgm:prSet presAssocID="{43D89DC0-AF05-481B-9CF0-5EF409717457}" presName="compChildNode" presStyleCnt="0"/>
      <dgm:spPr/>
    </dgm:pt>
    <dgm:pt modelId="{357BD73F-2508-41A8-BAE3-0178F87F92F2}" type="pres">
      <dgm:prSet presAssocID="{43D89DC0-AF05-481B-9CF0-5EF409717457}" presName="theInnerList" presStyleCnt="0"/>
      <dgm:spPr/>
    </dgm:pt>
    <dgm:pt modelId="{C3D3800B-7D4F-4D6D-A010-7F4752588CCE}" type="pres">
      <dgm:prSet presAssocID="{FD03E1BE-85D8-472E-BC53-D70872807C05}" presName="childNode" presStyleLbl="node1" presStyleIdx="8" presStyleCnt="12">
        <dgm:presLayoutVars>
          <dgm:bulletEnabled val="1"/>
        </dgm:presLayoutVars>
      </dgm:prSet>
      <dgm:spPr/>
    </dgm:pt>
    <dgm:pt modelId="{49BDED33-54F0-4FE6-BB7E-FFAF91967C82}" type="pres">
      <dgm:prSet presAssocID="{FD03E1BE-85D8-472E-BC53-D70872807C05}" presName="aSpace2" presStyleCnt="0"/>
      <dgm:spPr/>
    </dgm:pt>
    <dgm:pt modelId="{CE1633F4-1B3D-4730-8B62-177FE847C5B5}" type="pres">
      <dgm:prSet presAssocID="{038A9488-78D8-4978-A5F0-3986B99D1999}" presName="childNode" presStyleLbl="node1" presStyleIdx="9" presStyleCnt="12">
        <dgm:presLayoutVars>
          <dgm:bulletEnabled val="1"/>
        </dgm:presLayoutVars>
      </dgm:prSet>
      <dgm:spPr/>
    </dgm:pt>
    <dgm:pt modelId="{ECEE022D-97BA-4F32-8964-FAE813AECAC6}" type="pres">
      <dgm:prSet presAssocID="{038A9488-78D8-4978-A5F0-3986B99D1999}" presName="aSpace2" presStyleCnt="0"/>
      <dgm:spPr/>
    </dgm:pt>
    <dgm:pt modelId="{C976ECFD-E2BB-4D69-BA3B-0A0EB5839A96}" type="pres">
      <dgm:prSet presAssocID="{7E77DC2E-12B9-46FE-9900-1B759E1EA1B6}" presName="childNode" presStyleLbl="node1" presStyleIdx="10" presStyleCnt="12">
        <dgm:presLayoutVars>
          <dgm:bulletEnabled val="1"/>
        </dgm:presLayoutVars>
      </dgm:prSet>
      <dgm:spPr/>
    </dgm:pt>
    <dgm:pt modelId="{F7108593-A5F8-4FAE-80ED-A392472EC846}" type="pres">
      <dgm:prSet presAssocID="{7E77DC2E-12B9-46FE-9900-1B759E1EA1B6}" presName="aSpace2" presStyleCnt="0"/>
      <dgm:spPr/>
    </dgm:pt>
    <dgm:pt modelId="{982ADD89-1E77-4745-A2F8-F8C940029840}" type="pres">
      <dgm:prSet presAssocID="{C5BEDFE2-60F1-47D1-A070-90D152EA4231}" presName="childNode" presStyleLbl="node1" presStyleIdx="11" presStyleCnt="12">
        <dgm:presLayoutVars>
          <dgm:bulletEnabled val="1"/>
        </dgm:presLayoutVars>
      </dgm:prSet>
      <dgm:spPr/>
    </dgm:pt>
  </dgm:ptLst>
  <dgm:cxnLst>
    <dgm:cxn modelId="{A7E5A506-FE02-4077-9A8A-B2D942EDB2FA}" type="presOf" srcId="{FD03E1BE-85D8-472E-BC53-D70872807C05}" destId="{C3D3800B-7D4F-4D6D-A010-7F4752588CCE}" srcOrd="0" destOrd="0" presId="urn:microsoft.com/office/officeart/2005/8/layout/lProcess2"/>
    <dgm:cxn modelId="{C024160A-9EBA-4732-88EC-3BBF71C0FC38}" srcId="{74160BEE-DF0F-45E4-B17A-24D124D7C4E0}" destId="{0C5BED9D-D3B6-4B86-829C-47C624E9A412}" srcOrd="1" destOrd="0" parTransId="{25374562-E64C-42FA-A903-536E1A23B765}" sibTransId="{AACE5512-17DD-43B5-BA29-972A1AF29A54}"/>
    <dgm:cxn modelId="{9F7AF50A-004B-4886-9DE4-146D4968ADA6}" srcId="{D0534200-E68D-45EF-BE0C-E83D5DC5980E}" destId="{C156D5C5-7401-46BC-86B4-1C9D49B598CF}" srcOrd="3" destOrd="0" parTransId="{9C31D78A-D454-404F-9EBD-07665A1E5ABF}" sibTransId="{2F288289-70F9-45C3-AE89-BAD64FA147B4}"/>
    <dgm:cxn modelId="{AE415211-3FC6-4F00-BBCA-AAE34B241C1E}" type="presOf" srcId="{D0534200-E68D-45EF-BE0C-E83D5DC5980E}" destId="{F94E6334-36E0-452C-A790-634053DE2A98}" srcOrd="0" destOrd="0" presId="urn:microsoft.com/office/officeart/2005/8/layout/lProcess2"/>
    <dgm:cxn modelId="{C7622513-B7B6-4228-ADE8-BCE7A24388F6}" srcId="{43D89DC0-AF05-481B-9CF0-5EF409717457}" destId="{7E77DC2E-12B9-46FE-9900-1B759E1EA1B6}" srcOrd="2" destOrd="0" parTransId="{717F9FDA-8136-41A1-A960-3692CB4A240F}" sibTransId="{8F941B65-174D-47AF-91B7-D59756643C38}"/>
    <dgm:cxn modelId="{8DD6E528-66C8-4A7A-A335-340DD8C1765A}" srcId="{D0534200-E68D-45EF-BE0C-E83D5DC5980E}" destId="{5C86159F-8C42-49BB-8496-FC377341E01E}" srcOrd="1" destOrd="0" parTransId="{B6F89938-9385-4085-8F7E-1C5A21F1BA90}" sibTransId="{ACA6A782-4E80-42C2-A095-4B9EE1A6FA76}"/>
    <dgm:cxn modelId="{490ABE2A-DDA2-4501-8206-82BFA6AA85F0}" type="presOf" srcId="{A98706F6-D6C3-40CE-8CBA-3A98482650F8}" destId="{E467E050-8ED0-4497-9761-12EE91530398}" srcOrd="0" destOrd="0" presId="urn:microsoft.com/office/officeart/2005/8/layout/lProcess2"/>
    <dgm:cxn modelId="{91F6FB2E-A9C9-4135-822E-BC617BD62C39}" type="presOf" srcId="{B4C04082-40E2-4364-A282-ED82605B5A4B}" destId="{CF306A72-4D74-4003-996A-2B55BB02E3FC}" srcOrd="0" destOrd="0" presId="urn:microsoft.com/office/officeart/2005/8/layout/lProcess2"/>
    <dgm:cxn modelId="{03DE9433-5532-405F-B2FF-A69F16974C36}" srcId="{0C5BED9D-D3B6-4B86-829C-47C624E9A412}" destId="{C7504003-D957-42B5-B919-FC6EDA2C3F84}" srcOrd="2" destOrd="0" parTransId="{A23934EA-8871-4C66-947B-A8F884CAF4B4}" sibTransId="{CB1B1A2B-A1D3-46B5-B4EA-89FEAA3101C9}"/>
    <dgm:cxn modelId="{4B0D9D39-A3F9-432B-9E20-29F5F9AB4133}" type="presOf" srcId="{64C6D58C-2A1C-4B1E-92C1-2D61859536BF}" destId="{89DD2C00-F9CD-49F0-8F6F-023BE36E6AAE}" srcOrd="0" destOrd="0" presId="urn:microsoft.com/office/officeart/2005/8/layout/lProcess2"/>
    <dgm:cxn modelId="{D4F7355C-2E04-4EE6-B9C3-B3200E1BCA29}" type="presOf" srcId="{43D89DC0-AF05-481B-9CF0-5EF409717457}" destId="{63F85EF1-D676-4B4F-9442-6A9862A5D628}" srcOrd="0" destOrd="0" presId="urn:microsoft.com/office/officeart/2005/8/layout/lProcess2"/>
    <dgm:cxn modelId="{8B343B42-7E31-419A-8DA1-E1D71D68440D}" type="presOf" srcId="{C7504003-D957-42B5-B919-FC6EDA2C3F84}" destId="{FCAA5458-ACCE-4CA5-8272-5CF129A4B146}" srcOrd="0" destOrd="0" presId="urn:microsoft.com/office/officeart/2005/8/layout/lProcess2"/>
    <dgm:cxn modelId="{9B878A63-BB7B-4E69-9256-4C2E40A05992}" type="presOf" srcId="{74160BEE-DF0F-45E4-B17A-24D124D7C4E0}" destId="{57DBDEE7-94C8-4E21-8C5F-E64D1E617B49}" srcOrd="0" destOrd="0" presId="urn:microsoft.com/office/officeart/2005/8/layout/lProcess2"/>
    <dgm:cxn modelId="{C3F34144-B9F0-448E-8E0F-D971563D8DFF}" type="presOf" srcId="{5C86159F-8C42-49BB-8496-FC377341E01E}" destId="{796D3CA5-1CAB-4D13-AB99-F245F4FD469D}" srcOrd="0" destOrd="0" presId="urn:microsoft.com/office/officeart/2005/8/layout/lProcess2"/>
    <dgm:cxn modelId="{4F4BCF67-A9B8-45B9-B94A-DF41AFD0ACF3}" srcId="{D0534200-E68D-45EF-BE0C-E83D5DC5980E}" destId="{A98706F6-D6C3-40CE-8CBA-3A98482650F8}" srcOrd="2" destOrd="0" parTransId="{B7DFB0C4-7352-46CA-B89F-EDA8E3779D07}" sibTransId="{FD61FFD6-F7E1-4C81-8D46-9806212E6D8D}"/>
    <dgm:cxn modelId="{F9EDC86F-7AC6-4338-9629-692FAAAE8B5F}" type="presOf" srcId="{56355EAE-D2F8-498C-8F63-2CA58AC409FC}" destId="{1DDFAD37-D99E-4B52-8772-03DA01367EBA}" srcOrd="0" destOrd="0" presId="urn:microsoft.com/office/officeart/2005/8/layout/lProcess2"/>
    <dgm:cxn modelId="{BE527A75-6B6E-4C0C-B7C1-13FA8FE8C1F7}" srcId="{74160BEE-DF0F-45E4-B17A-24D124D7C4E0}" destId="{D0534200-E68D-45EF-BE0C-E83D5DC5980E}" srcOrd="0" destOrd="0" parTransId="{51298725-CFDD-4E4D-A7F8-273A9F88C7F6}" sibTransId="{E5ACB7C9-7376-4E7C-A1D5-578F1B637F2D}"/>
    <dgm:cxn modelId="{7AAC7159-EE6D-4802-B2F3-98418626CB17}" type="presOf" srcId="{43D89DC0-AF05-481B-9CF0-5EF409717457}" destId="{2310125F-9515-4DFF-918F-B9E3EE5B7C3C}" srcOrd="1" destOrd="0" presId="urn:microsoft.com/office/officeart/2005/8/layout/lProcess2"/>
    <dgm:cxn modelId="{0D497E81-FEC6-4545-8BA1-CE89F2894B70}" type="presOf" srcId="{7E77DC2E-12B9-46FE-9900-1B759E1EA1B6}" destId="{C976ECFD-E2BB-4D69-BA3B-0A0EB5839A96}" srcOrd="0" destOrd="0" presId="urn:microsoft.com/office/officeart/2005/8/layout/lProcess2"/>
    <dgm:cxn modelId="{6461FA89-E00C-4619-AE93-C1ED89A138C9}" srcId="{43D89DC0-AF05-481B-9CF0-5EF409717457}" destId="{FD03E1BE-85D8-472E-BC53-D70872807C05}" srcOrd="0" destOrd="0" parTransId="{1321E08C-1A60-4CCC-AA1A-1C288ADC0019}" sibTransId="{3E81F6CF-A339-4665-BF14-33BBABF3E3AF}"/>
    <dgm:cxn modelId="{F0F5648C-017C-4D5E-97A0-481217CE5823}" type="presOf" srcId="{038A9488-78D8-4978-A5F0-3986B99D1999}" destId="{CE1633F4-1B3D-4730-8B62-177FE847C5B5}" srcOrd="0" destOrd="0" presId="urn:microsoft.com/office/officeart/2005/8/layout/lProcess2"/>
    <dgm:cxn modelId="{7A35EEB0-0045-466A-ACE4-79368540028A}" srcId="{43D89DC0-AF05-481B-9CF0-5EF409717457}" destId="{038A9488-78D8-4978-A5F0-3986B99D1999}" srcOrd="1" destOrd="0" parTransId="{8A72DCE0-FA4C-4860-874E-A40AE680D292}" sibTransId="{4D040957-69A7-488A-8016-9C4958F20FAA}"/>
    <dgm:cxn modelId="{BE5CFDBC-605E-4F31-BFF0-D1D2AC695284}" type="presOf" srcId="{C156D5C5-7401-46BC-86B4-1C9D49B598CF}" destId="{8648F34A-39F1-4D1C-8C43-FE4151C95A73}" srcOrd="0" destOrd="0" presId="urn:microsoft.com/office/officeart/2005/8/layout/lProcess2"/>
    <dgm:cxn modelId="{6FE302BE-7AFC-4410-8E67-3A4972C3BB15}" srcId="{43D89DC0-AF05-481B-9CF0-5EF409717457}" destId="{C5BEDFE2-60F1-47D1-A070-90D152EA4231}" srcOrd="3" destOrd="0" parTransId="{53A219DA-A454-43B0-B919-93BA7E1674B2}" sibTransId="{2F17D136-5AAD-401E-B5E7-B8C04CE7986D}"/>
    <dgm:cxn modelId="{BD8412D3-10A4-4FE0-BD6B-0EC0B7B465A0}" type="presOf" srcId="{2A671FBA-25BB-47A9-BB6B-E468695EB6B4}" destId="{3BBEC81C-7F4F-48C5-9114-DB44466BE6DE}" srcOrd="0" destOrd="0" presId="urn:microsoft.com/office/officeart/2005/8/layout/lProcess2"/>
    <dgm:cxn modelId="{081E89D3-2651-4843-BAF7-4DA8B547327C}" srcId="{D0534200-E68D-45EF-BE0C-E83D5DC5980E}" destId="{2A671FBA-25BB-47A9-BB6B-E468695EB6B4}" srcOrd="0" destOrd="0" parTransId="{50C759E6-574F-4EBD-8CF1-0780B45996AF}" sibTransId="{544E3BC4-5C47-49AD-9088-56FAD7C2CD12}"/>
    <dgm:cxn modelId="{A08F71D9-7FD8-4FEA-9CCD-2D66E0B78948}" type="presOf" srcId="{0C5BED9D-D3B6-4B86-829C-47C624E9A412}" destId="{022364B2-D799-41F1-9488-7A6DC0B14C7E}" srcOrd="1" destOrd="0" presId="urn:microsoft.com/office/officeart/2005/8/layout/lProcess2"/>
    <dgm:cxn modelId="{5090B6DC-F289-451D-96E2-85A120BCF9D0}" srcId="{74160BEE-DF0F-45E4-B17A-24D124D7C4E0}" destId="{43D89DC0-AF05-481B-9CF0-5EF409717457}" srcOrd="2" destOrd="0" parTransId="{D8BDEA44-E432-4DF0-840C-6F59AED973A6}" sibTransId="{8FEC2C3D-F167-4DB4-B5F6-9939DF85D61D}"/>
    <dgm:cxn modelId="{C83DE7E1-E46A-4E98-9334-2F1EE81556F9}" type="presOf" srcId="{D0534200-E68D-45EF-BE0C-E83D5DC5980E}" destId="{0094B53B-AC90-4335-ABC2-00C38F904A66}" srcOrd="1" destOrd="0" presId="urn:microsoft.com/office/officeart/2005/8/layout/lProcess2"/>
    <dgm:cxn modelId="{3818ACF4-0F80-43FC-9F0F-3A4C22B541D3}" type="presOf" srcId="{0C5BED9D-D3B6-4B86-829C-47C624E9A412}" destId="{13B2572E-7505-4ED8-8B79-B695073E62C2}" srcOrd="0" destOrd="0" presId="urn:microsoft.com/office/officeart/2005/8/layout/lProcess2"/>
    <dgm:cxn modelId="{2C009AF9-CD17-45F9-849B-D4FD971B2A2E}" srcId="{0C5BED9D-D3B6-4B86-829C-47C624E9A412}" destId="{64C6D58C-2A1C-4B1E-92C1-2D61859536BF}" srcOrd="0" destOrd="0" parTransId="{78DC786F-2210-4095-8111-A19411E50257}" sibTransId="{4C2622F9-FE15-4B19-BD5E-E4DEBB917FC1}"/>
    <dgm:cxn modelId="{4F35A2FA-6F14-4D71-9C52-900CD1CE43E4}" srcId="{0C5BED9D-D3B6-4B86-829C-47C624E9A412}" destId="{56355EAE-D2F8-498C-8F63-2CA58AC409FC}" srcOrd="1" destOrd="0" parTransId="{43ED64B0-8D4B-47EF-8887-9B2F12742CDB}" sibTransId="{E54B5AB3-5065-4C33-B203-4C6613DD3A88}"/>
    <dgm:cxn modelId="{9EC1CAFC-147B-4B4D-ABAF-8FD71CF3504E}" type="presOf" srcId="{C5BEDFE2-60F1-47D1-A070-90D152EA4231}" destId="{982ADD89-1E77-4745-A2F8-F8C940029840}" srcOrd="0" destOrd="0" presId="urn:microsoft.com/office/officeart/2005/8/layout/lProcess2"/>
    <dgm:cxn modelId="{4EA44DFE-AD68-42E0-943E-4BD3818B85F4}" srcId="{0C5BED9D-D3B6-4B86-829C-47C624E9A412}" destId="{B4C04082-40E2-4364-A282-ED82605B5A4B}" srcOrd="3" destOrd="0" parTransId="{CDF3EDD9-1F55-47BD-95CA-541AA5541299}" sibTransId="{85FFE1B8-E4DE-4CBE-B665-875BAD78F44A}"/>
    <dgm:cxn modelId="{8A66C363-4934-4E1F-8F2F-AB79C6F1F81E}" type="presParOf" srcId="{57DBDEE7-94C8-4E21-8C5F-E64D1E617B49}" destId="{743710C0-4587-4046-8ABC-A14AEEB095DF}" srcOrd="0" destOrd="0" presId="urn:microsoft.com/office/officeart/2005/8/layout/lProcess2"/>
    <dgm:cxn modelId="{C6FBBBF0-616C-4E78-BD20-EA26445C0280}" type="presParOf" srcId="{743710C0-4587-4046-8ABC-A14AEEB095DF}" destId="{F94E6334-36E0-452C-A790-634053DE2A98}" srcOrd="0" destOrd="0" presId="urn:microsoft.com/office/officeart/2005/8/layout/lProcess2"/>
    <dgm:cxn modelId="{DA069AFF-92BF-48DF-AB92-57735B8A619E}" type="presParOf" srcId="{743710C0-4587-4046-8ABC-A14AEEB095DF}" destId="{0094B53B-AC90-4335-ABC2-00C38F904A66}" srcOrd="1" destOrd="0" presId="urn:microsoft.com/office/officeart/2005/8/layout/lProcess2"/>
    <dgm:cxn modelId="{BC9DA141-2E30-42B8-ABC0-1673386BFFDB}" type="presParOf" srcId="{743710C0-4587-4046-8ABC-A14AEEB095DF}" destId="{9A622F51-454D-4019-982C-4A76D9E3E384}" srcOrd="2" destOrd="0" presId="urn:microsoft.com/office/officeart/2005/8/layout/lProcess2"/>
    <dgm:cxn modelId="{CF604566-2F8F-4F34-9DC8-3BE8AA037E74}" type="presParOf" srcId="{9A622F51-454D-4019-982C-4A76D9E3E384}" destId="{64A88E29-619B-41A6-A0C7-F69889925B29}" srcOrd="0" destOrd="0" presId="urn:microsoft.com/office/officeart/2005/8/layout/lProcess2"/>
    <dgm:cxn modelId="{845B57D0-9E25-4BE8-9064-8D2828C97718}" type="presParOf" srcId="{64A88E29-619B-41A6-A0C7-F69889925B29}" destId="{3BBEC81C-7F4F-48C5-9114-DB44466BE6DE}" srcOrd="0" destOrd="0" presId="urn:microsoft.com/office/officeart/2005/8/layout/lProcess2"/>
    <dgm:cxn modelId="{F6DB41CA-D1DA-4256-B23C-86ED4F0C00A3}" type="presParOf" srcId="{64A88E29-619B-41A6-A0C7-F69889925B29}" destId="{2D363CBD-C3FA-4FA5-BE91-57B886BB7C85}" srcOrd="1" destOrd="0" presId="urn:microsoft.com/office/officeart/2005/8/layout/lProcess2"/>
    <dgm:cxn modelId="{ABAE4795-28B4-48CC-9642-10A987AD2D95}" type="presParOf" srcId="{64A88E29-619B-41A6-A0C7-F69889925B29}" destId="{796D3CA5-1CAB-4D13-AB99-F245F4FD469D}" srcOrd="2" destOrd="0" presId="urn:microsoft.com/office/officeart/2005/8/layout/lProcess2"/>
    <dgm:cxn modelId="{7108859C-5E78-45BF-8DD1-3A69F17EB3B4}" type="presParOf" srcId="{64A88E29-619B-41A6-A0C7-F69889925B29}" destId="{4381C107-E3A8-47CA-90FB-AFFC8D2A5E3D}" srcOrd="3" destOrd="0" presId="urn:microsoft.com/office/officeart/2005/8/layout/lProcess2"/>
    <dgm:cxn modelId="{894A65D2-22E6-4057-98B1-5114A54658BA}" type="presParOf" srcId="{64A88E29-619B-41A6-A0C7-F69889925B29}" destId="{E467E050-8ED0-4497-9761-12EE91530398}" srcOrd="4" destOrd="0" presId="urn:microsoft.com/office/officeart/2005/8/layout/lProcess2"/>
    <dgm:cxn modelId="{744F9CC6-1A29-4138-A816-C01C80641A43}" type="presParOf" srcId="{64A88E29-619B-41A6-A0C7-F69889925B29}" destId="{D83BAF6B-0E1C-438A-A724-1A848003E617}" srcOrd="5" destOrd="0" presId="urn:microsoft.com/office/officeart/2005/8/layout/lProcess2"/>
    <dgm:cxn modelId="{2265EEE2-0B3B-40BF-A780-47D2C13084E9}" type="presParOf" srcId="{64A88E29-619B-41A6-A0C7-F69889925B29}" destId="{8648F34A-39F1-4D1C-8C43-FE4151C95A73}" srcOrd="6" destOrd="0" presId="urn:microsoft.com/office/officeart/2005/8/layout/lProcess2"/>
    <dgm:cxn modelId="{6B0B8EDA-2692-4EBD-9A5C-9B2641ADE843}" type="presParOf" srcId="{57DBDEE7-94C8-4E21-8C5F-E64D1E617B49}" destId="{540EFAFF-7A2C-43BA-B000-2EC7FBB407FD}" srcOrd="1" destOrd="0" presId="urn:microsoft.com/office/officeart/2005/8/layout/lProcess2"/>
    <dgm:cxn modelId="{33A04A3E-DBAC-469F-85A7-8FD0B4B87D26}" type="presParOf" srcId="{57DBDEE7-94C8-4E21-8C5F-E64D1E617B49}" destId="{E42FFA59-BCE3-4CE0-91C7-64F3D01F9D0B}" srcOrd="2" destOrd="0" presId="urn:microsoft.com/office/officeart/2005/8/layout/lProcess2"/>
    <dgm:cxn modelId="{7BA9338E-06AE-4680-B4C8-63FEBC192813}" type="presParOf" srcId="{E42FFA59-BCE3-4CE0-91C7-64F3D01F9D0B}" destId="{13B2572E-7505-4ED8-8B79-B695073E62C2}" srcOrd="0" destOrd="0" presId="urn:microsoft.com/office/officeart/2005/8/layout/lProcess2"/>
    <dgm:cxn modelId="{D95FFEB4-9477-4745-A481-AE22701E6271}" type="presParOf" srcId="{E42FFA59-BCE3-4CE0-91C7-64F3D01F9D0B}" destId="{022364B2-D799-41F1-9488-7A6DC0B14C7E}" srcOrd="1" destOrd="0" presId="urn:microsoft.com/office/officeart/2005/8/layout/lProcess2"/>
    <dgm:cxn modelId="{D75CAFF1-F478-46A7-A709-360C96D17BBF}" type="presParOf" srcId="{E42FFA59-BCE3-4CE0-91C7-64F3D01F9D0B}" destId="{A8F77232-2211-4D32-8155-BA36CBE7B043}" srcOrd="2" destOrd="0" presId="urn:microsoft.com/office/officeart/2005/8/layout/lProcess2"/>
    <dgm:cxn modelId="{B292A152-2218-4825-95FF-E6EE4902580E}" type="presParOf" srcId="{A8F77232-2211-4D32-8155-BA36CBE7B043}" destId="{7DEDA4D6-CBF4-48E4-A3FF-4DD92C3B3934}" srcOrd="0" destOrd="0" presId="urn:microsoft.com/office/officeart/2005/8/layout/lProcess2"/>
    <dgm:cxn modelId="{992F6A9F-D818-4FD0-81AF-018DF50A7B2A}" type="presParOf" srcId="{7DEDA4D6-CBF4-48E4-A3FF-4DD92C3B3934}" destId="{89DD2C00-F9CD-49F0-8F6F-023BE36E6AAE}" srcOrd="0" destOrd="0" presId="urn:microsoft.com/office/officeart/2005/8/layout/lProcess2"/>
    <dgm:cxn modelId="{0B685B46-E128-425E-B2C6-71C5B5BF2536}" type="presParOf" srcId="{7DEDA4D6-CBF4-48E4-A3FF-4DD92C3B3934}" destId="{927BAED2-831E-4B87-87A1-FE672EBE74B8}" srcOrd="1" destOrd="0" presId="urn:microsoft.com/office/officeart/2005/8/layout/lProcess2"/>
    <dgm:cxn modelId="{0A71328B-2059-4895-A014-58A0C405C11D}" type="presParOf" srcId="{7DEDA4D6-CBF4-48E4-A3FF-4DD92C3B3934}" destId="{1DDFAD37-D99E-4B52-8772-03DA01367EBA}" srcOrd="2" destOrd="0" presId="urn:microsoft.com/office/officeart/2005/8/layout/lProcess2"/>
    <dgm:cxn modelId="{557F11A6-AC0A-4A4B-8B56-3E4062CA8A9F}" type="presParOf" srcId="{7DEDA4D6-CBF4-48E4-A3FF-4DD92C3B3934}" destId="{CEF01CD9-F84F-4141-80DA-3D5E790636A9}" srcOrd="3" destOrd="0" presId="urn:microsoft.com/office/officeart/2005/8/layout/lProcess2"/>
    <dgm:cxn modelId="{F79D31A3-7096-4A56-99B0-39A82A9AB9C2}" type="presParOf" srcId="{7DEDA4D6-CBF4-48E4-A3FF-4DD92C3B3934}" destId="{FCAA5458-ACCE-4CA5-8272-5CF129A4B146}" srcOrd="4" destOrd="0" presId="urn:microsoft.com/office/officeart/2005/8/layout/lProcess2"/>
    <dgm:cxn modelId="{4A3A4E7E-7A75-4163-864B-E7D9D59F55BB}" type="presParOf" srcId="{7DEDA4D6-CBF4-48E4-A3FF-4DD92C3B3934}" destId="{E2FB8A63-55EC-4495-AB40-7FF03DE05452}" srcOrd="5" destOrd="0" presId="urn:microsoft.com/office/officeart/2005/8/layout/lProcess2"/>
    <dgm:cxn modelId="{55781E67-DBCB-410C-90E0-4615BCD4D925}" type="presParOf" srcId="{7DEDA4D6-CBF4-48E4-A3FF-4DD92C3B3934}" destId="{CF306A72-4D74-4003-996A-2B55BB02E3FC}" srcOrd="6" destOrd="0" presId="urn:microsoft.com/office/officeart/2005/8/layout/lProcess2"/>
    <dgm:cxn modelId="{91952C00-0FCE-436C-BA0D-5AA9CA8AB844}" type="presParOf" srcId="{57DBDEE7-94C8-4E21-8C5F-E64D1E617B49}" destId="{814B0AA4-33B9-4B3A-8B01-DB8D0EA31E48}" srcOrd="3" destOrd="0" presId="urn:microsoft.com/office/officeart/2005/8/layout/lProcess2"/>
    <dgm:cxn modelId="{34B5578B-2E9B-4CAF-B5BE-A9AB1F62ABB0}" type="presParOf" srcId="{57DBDEE7-94C8-4E21-8C5F-E64D1E617B49}" destId="{CCAA7743-55DD-4ECB-9215-9DAFC6963C02}" srcOrd="4" destOrd="0" presId="urn:microsoft.com/office/officeart/2005/8/layout/lProcess2"/>
    <dgm:cxn modelId="{196F9A72-5412-4A1F-84D4-15781A125D8B}" type="presParOf" srcId="{CCAA7743-55DD-4ECB-9215-9DAFC6963C02}" destId="{63F85EF1-D676-4B4F-9442-6A9862A5D628}" srcOrd="0" destOrd="0" presId="urn:microsoft.com/office/officeart/2005/8/layout/lProcess2"/>
    <dgm:cxn modelId="{843CB30D-C217-40FF-A3FD-1D9E9FE4D754}" type="presParOf" srcId="{CCAA7743-55DD-4ECB-9215-9DAFC6963C02}" destId="{2310125F-9515-4DFF-918F-B9E3EE5B7C3C}" srcOrd="1" destOrd="0" presId="urn:microsoft.com/office/officeart/2005/8/layout/lProcess2"/>
    <dgm:cxn modelId="{58DF2B8B-F359-4312-9C3F-7EA28B998BBC}" type="presParOf" srcId="{CCAA7743-55DD-4ECB-9215-9DAFC6963C02}" destId="{9CAA35C6-5395-4CBA-B817-9E25DD000ABE}" srcOrd="2" destOrd="0" presId="urn:microsoft.com/office/officeart/2005/8/layout/lProcess2"/>
    <dgm:cxn modelId="{85F2F7D8-59BD-4A55-89CC-9B2E86CB9063}" type="presParOf" srcId="{9CAA35C6-5395-4CBA-B817-9E25DD000ABE}" destId="{357BD73F-2508-41A8-BAE3-0178F87F92F2}" srcOrd="0" destOrd="0" presId="urn:microsoft.com/office/officeart/2005/8/layout/lProcess2"/>
    <dgm:cxn modelId="{759E51E6-9BAA-467F-B7EA-A53A8E4CD2BA}" type="presParOf" srcId="{357BD73F-2508-41A8-BAE3-0178F87F92F2}" destId="{C3D3800B-7D4F-4D6D-A010-7F4752588CCE}" srcOrd="0" destOrd="0" presId="urn:microsoft.com/office/officeart/2005/8/layout/lProcess2"/>
    <dgm:cxn modelId="{17F6BEE3-E200-4C86-AC60-15C4D2A1B04C}" type="presParOf" srcId="{357BD73F-2508-41A8-BAE3-0178F87F92F2}" destId="{49BDED33-54F0-4FE6-BB7E-FFAF91967C82}" srcOrd="1" destOrd="0" presId="urn:microsoft.com/office/officeart/2005/8/layout/lProcess2"/>
    <dgm:cxn modelId="{2A51959C-4EAF-4057-A752-F4F25680ABFD}" type="presParOf" srcId="{357BD73F-2508-41A8-BAE3-0178F87F92F2}" destId="{CE1633F4-1B3D-4730-8B62-177FE847C5B5}" srcOrd="2" destOrd="0" presId="urn:microsoft.com/office/officeart/2005/8/layout/lProcess2"/>
    <dgm:cxn modelId="{D26BA91C-261B-4D63-8647-6D875A2B19F8}" type="presParOf" srcId="{357BD73F-2508-41A8-BAE3-0178F87F92F2}" destId="{ECEE022D-97BA-4F32-8964-FAE813AECAC6}" srcOrd="3" destOrd="0" presId="urn:microsoft.com/office/officeart/2005/8/layout/lProcess2"/>
    <dgm:cxn modelId="{C5A4DDB0-179C-4086-AC07-BB9A5E1FE729}" type="presParOf" srcId="{357BD73F-2508-41A8-BAE3-0178F87F92F2}" destId="{C976ECFD-E2BB-4D69-BA3B-0A0EB5839A96}" srcOrd="4" destOrd="0" presId="urn:microsoft.com/office/officeart/2005/8/layout/lProcess2"/>
    <dgm:cxn modelId="{40D058AA-D159-4C07-9408-D5235D006B94}" type="presParOf" srcId="{357BD73F-2508-41A8-BAE3-0178F87F92F2}" destId="{F7108593-A5F8-4FAE-80ED-A392472EC846}" srcOrd="5" destOrd="0" presId="urn:microsoft.com/office/officeart/2005/8/layout/lProcess2"/>
    <dgm:cxn modelId="{BD5D983D-F5BE-45CB-A46D-12C580AB5D5D}" type="presParOf" srcId="{357BD73F-2508-41A8-BAE3-0178F87F92F2}" destId="{982ADD89-1E77-4745-A2F8-F8C940029840}" srcOrd="6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4E6334-36E0-452C-A790-634053DE2A98}">
      <dsp:nvSpPr>
        <dsp:cNvPr id="0" name=""/>
        <dsp:cNvSpPr/>
      </dsp:nvSpPr>
      <dsp:spPr>
        <a:xfrm>
          <a:off x="927" y="0"/>
          <a:ext cx="2411880" cy="4790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4200" kern="1200" dirty="0" err="1"/>
            <a:t>DevOps</a:t>
          </a:r>
          <a:endParaRPr lang="tr-TR" sz="4200" kern="1200" dirty="0"/>
        </a:p>
      </dsp:txBody>
      <dsp:txXfrm>
        <a:off x="927" y="0"/>
        <a:ext cx="2411880" cy="1437238"/>
      </dsp:txXfrm>
    </dsp:sp>
    <dsp:sp modelId="{3BBEC81C-7F4F-48C5-9114-DB44466BE6DE}">
      <dsp:nvSpPr>
        <dsp:cNvPr id="0" name=""/>
        <dsp:cNvSpPr/>
      </dsp:nvSpPr>
      <dsp:spPr>
        <a:xfrm>
          <a:off x="242115" y="1437355"/>
          <a:ext cx="1929504" cy="6979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Yazılım kodu</a:t>
          </a:r>
        </a:p>
      </dsp:txBody>
      <dsp:txXfrm>
        <a:off x="262556" y="1457796"/>
        <a:ext cx="1888622" cy="657034"/>
      </dsp:txXfrm>
    </dsp:sp>
    <dsp:sp modelId="{796D3CA5-1CAB-4D13-AB99-F245F4FD469D}">
      <dsp:nvSpPr>
        <dsp:cNvPr id="0" name=""/>
        <dsp:cNvSpPr/>
      </dsp:nvSpPr>
      <dsp:spPr>
        <a:xfrm>
          <a:off x="242115" y="2242644"/>
          <a:ext cx="1929504" cy="6979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CI/CD, Test, Dağıtım</a:t>
          </a:r>
        </a:p>
      </dsp:txBody>
      <dsp:txXfrm>
        <a:off x="262556" y="2263085"/>
        <a:ext cx="1888622" cy="657034"/>
      </dsp:txXfrm>
    </dsp:sp>
    <dsp:sp modelId="{E467E050-8ED0-4497-9761-12EE91530398}">
      <dsp:nvSpPr>
        <dsp:cNvPr id="0" name=""/>
        <dsp:cNvSpPr/>
      </dsp:nvSpPr>
      <dsp:spPr>
        <a:xfrm>
          <a:off x="242115" y="3047933"/>
          <a:ext cx="1929504" cy="6979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 err="1"/>
            <a:t>Github</a:t>
          </a:r>
          <a:r>
            <a:rPr lang="tr-TR" sz="1700" kern="1200" dirty="0"/>
            <a:t> </a:t>
          </a:r>
          <a:r>
            <a:rPr lang="tr-TR" sz="1700" kern="1200" dirty="0" err="1"/>
            <a:t>Actions</a:t>
          </a:r>
          <a:r>
            <a:rPr lang="tr-TR" sz="1700" kern="1200" dirty="0"/>
            <a:t>, </a:t>
          </a:r>
          <a:r>
            <a:rPr lang="tr-TR" sz="1700" kern="1200" dirty="0" err="1"/>
            <a:t>Docker</a:t>
          </a:r>
          <a:r>
            <a:rPr lang="tr-TR" sz="1700" kern="1200" dirty="0"/>
            <a:t>, Jenkins</a:t>
          </a:r>
        </a:p>
      </dsp:txBody>
      <dsp:txXfrm>
        <a:off x="262556" y="3068374"/>
        <a:ext cx="1888622" cy="657034"/>
      </dsp:txXfrm>
    </dsp:sp>
    <dsp:sp modelId="{8648F34A-39F1-4D1C-8C43-FE4151C95A73}">
      <dsp:nvSpPr>
        <dsp:cNvPr id="0" name=""/>
        <dsp:cNvSpPr/>
      </dsp:nvSpPr>
      <dsp:spPr>
        <a:xfrm>
          <a:off x="242115" y="3853222"/>
          <a:ext cx="1929504" cy="6979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Uygulama</a:t>
          </a:r>
          <a:endParaRPr lang="tr-TR" sz="1700" kern="1200" dirty="0"/>
        </a:p>
      </dsp:txBody>
      <dsp:txXfrm>
        <a:off x="262556" y="3873663"/>
        <a:ext cx="1888622" cy="657034"/>
      </dsp:txXfrm>
    </dsp:sp>
    <dsp:sp modelId="{13B2572E-7505-4ED8-8B79-B695073E62C2}">
      <dsp:nvSpPr>
        <dsp:cNvPr id="0" name=""/>
        <dsp:cNvSpPr/>
      </dsp:nvSpPr>
      <dsp:spPr>
        <a:xfrm>
          <a:off x="2593699" y="0"/>
          <a:ext cx="2411880" cy="4790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4200" kern="1200" dirty="0" err="1"/>
            <a:t>DataOps</a:t>
          </a:r>
          <a:endParaRPr lang="tr-TR" sz="4200" kern="1200" dirty="0"/>
        </a:p>
      </dsp:txBody>
      <dsp:txXfrm>
        <a:off x="2593699" y="0"/>
        <a:ext cx="2411880" cy="1437238"/>
      </dsp:txXfrm>
    </dsp:sp>
    <dsp:sp modelId="{89DD2C00-F9CD-49F0-8F6F-023BE36E6AAE}">
      <dsp:nvSpPr>
        <dsp:cNvPr id="0" name=""/>
        <dsp:cNvSpPr/>
      </dsp:nvSpPr>
      <dsp:spPr>
        <a:xfrm>
          <a:off x="2834887" y="1437355"/>
          <a:ext cx="1929504" cy="6979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Veri Akışı ve kalitesi</a:t>
          </a:r>
        </a:p>
      </dsp:txBody>
      <dsp:txXfrm>
        <a:off x="2855328" y="1457796"/>
        <a:ext cx="1888622" cy="657034"/>
      </dsp:txXfrm>
    </dsp:sp>
    <dsp:sp modelId="{1DDFAD37-D99E-4B52-8772-03DA01367EBA}">
      <dsp:nvSpPr>
        <dsp:cNvPr id="0" name=""/>
        <dsp:cNvSpPr/>
      </dsp:nvSpPr>
      <dsp:spPr>
        <a:xfrm>
          <a:off x="2834887" y="2242644"/>
          <a:ext cx="1929504" cy="6979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Veri Entegrasyonu, İzleme</a:t>
          </a:r>
          <a:endParaRPr lang="tr-TR" sz="1700" kern="1200" dirty="0"/>
        </a:p>
      </dsp:txBody>
      <dsp:txXfrm>
        <a:off x="2855328" y="2263085"/>
        <a:ext cx="1888622" cy="657034"/>
      </dsp:txXfrm>
    </dsp:sp>
    <dsp:sp modelId="{FCAA5458-ACCE-4CA5-8272-5CF129A4B146}">
      <dsp:nvSpPr>
        <dsp:cNvPr id="0" name=""/>
        <dsp:cNvSpPr/>
      </dsp:nvSpPr>
      <dsp:spPr>
        <a:xfrm>
          <a:off x="2834887" y="3047933"/>
          <a:ext cx="1929504" cy="6979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DVC, </a:t>
          </a:r>
          <a:r>
            <a:rPr lang="tr-TR" sz="1700" kern="1200" dirty="0" err="1"/>
            <a:t>Airflow</a:t>
          </a:r>
          <a:endParaRPr lang="tr-TR" sz="1700" kern="1200" dirty="0"/>
        </a:p>
      </dsp:txBody>
      <dsp:txXfrm>
        <a:off x="2855328" y="3068374"/>
        <a:ext cx="1888622" cy="657034"/>
      </dsp:txXfrm>
    </dsp:sp>
    <dsp:sp modelId="{CF306A72-4D74-4003-996A-2B55BB02E3FC}">
      <dsp:nvSpPr>
        <dsp:cNvPr id="0" name=""/>
        <dsp:cNvSpPr/>
      </dsp:nvSpPr>
      <dsp:spPr>
        <a:xfrm>
          <a:off x="2834887" y="3853222"/>
          <a:ext cx="1929504" cy="6979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Güvenilir veri</a:t>
          </a:r>
          <a:endParaRPr lang="tr-TR" sz="1700" kern="1200" dirty="0"/>
        </a:p>
      </dsp:txBody>
      <dsp:txXfrm>
        <a:off x="2855328" y="3873663"/>
        <a:ext cx="1888622" cy="657034"/>
      </dsp:txXfrm>
    </dsp:sp>
    <dsp:sp modelId="{63F85EF1-D676-4B4F-9442-6A9862A5D628}">
      <dsp:nvSpPr>
        <dsp:cNvPr id="0" name=""/>
        <dsp:cNvSpPr/>
      </dsp:nvSpPr>
      <dsp:spPr>
        <a:xfrm>
          <a:off x="5186470" y="0"/>
          <a:ext cx="2411880" cy="4790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4200" kern="1200" dirty="0" err="1"/>
            <a:t>MLOps</a:t>
          </a:r>
          <a:endParaRPr lang="tr-TR" sz="4200" kern="1200" dirty="0"/>
        </a:p>
      </dsp:txBody>
      <dsp:txXfrm>
        <a:off x="5186470" y="0"/>
        <a:ext cx="2411880" cy="1437238"/>
      </dsp:txXfrm>
    </dsp:sp>
    <dsp:sp modelId="{C3D3800B-7D4F-4D6D-A010-7F4752588CCE}">
      <dsp:nvSpPr>
        <dsp:cNvPr id="0" name=""/>
        <dsp:cNvSpPr/>
      </dsp:nvSpPr>
      <dsp:spPr>
        <a:xfrm>
          <a:off x="5427658" y="1437355"/>
          <a:ext cx="1929504" cy="6979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Model yaşam döngüsü</a:t>
          </a:r>
        </a:p>
      </dsp:txBody>
      <dsp:txXfrm>
        <a:off x="5448099" y="1457796"/>
        <a:ext cx="1888622" cy="657034"/>
      </dsp:txXfrm>
    </dsp:sp>
    <dsp:sp modelId="{CE1633F4-1B3D-4730-8B62-177FE847C5B5}">
      <dsp:nvSpPr>
        <dsp:cNvPr id="0" name=""/>
        <dsp:cNvSpPr/>
      </dsp:nvSpPr>
      <dsp:spPr>
        <a:xfrm>
          <a:off x="5427658" y="2242644"/>
          <a:ext cx="1929504" cy="6979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Model Eğitimi, </a:t>
          </a:r>
          <a:r>
            <a:rPr lang="tr-TR" sz="1700" kern="1200" dirty="0" err="1"/>
            <a:t>Dağıtımü</a:t>
          </a:r>
          <a:endParaRPr lang="tr-TR" sz="1700" kern="1200" dirty="0"/>
        </a:p>
      </dsp:txBody>
      <dsp:txXfrm>
        <a:off x="5448099" y="2263085"/>
        <a:ext cx="1888622" cy="657034"/>
      </dsp:txXfrm>
    </dsp:sp>
    <dsp:sp modelId="{C976ECFD-E2BB-4D69-BA3B-0A0EB5839A96}">
      <dsp:nvSpPr>
        <dsp:cNvPr id="0" name=""/>
        <dsp:cNvSpPr/>
      </dsp:nvSpPr>
      <dsp:spPr>
        <a:xfrm>
          <a:off x="5427658" y="3047933"/>
          <a:ext cx="1929504" cy="6979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 err="1"/>
            <a:t>Mlflow</a:t>
          </a:r>
          <a:r>
            <a:rPr lang="tr-TR" sz="1700" kern="1200" dirty="0"/>
            <a:t>, </a:t>
          </a:r>
          <a:r>
            <a:rPr lang="tr-TR" sz="1700" kern="1200" dirty="0" err="1"/>
            <a:t>Kubeflow</a:t>
          </a:r>
          <a:r>
            <a:rPr lang="tr-TR" sz="1700" kern="1200" dirty="0"/>
            <a:t>, </a:t>
          </a:r>
          <a:r>
            <a:rPr lang="tr-TR" sz="1700" kern="1200" dirty="0" err="1"/>
            <a:t>DagsHub</a:t>
          </a:r>
          <a:endParaRPr lang="tr-TR" sz="1700" kern="1200" dirty="0"/>
        </a:p>
      </dsp:txBody>
      <dsp:txXfrm>
        <a:off x="5448099" y="3068374"/>
        <a:ext cx="1888622" cy="657034"/>
      </dsp:txXfrm>
    </dsp:sp>
    <dsp:sp modelId="{982ADD89-1E77-4745-A2F8-F8C940029840}">
      <dsp:nvSpPr>
        <dsp:cNvPr id="0" name=""/>
        <dsp:cNvSpPr/>
      </dsp:nvSpPr>
      <dsp:spPr>
        <a:xfrm>
          <a:off x="5427658" y="3853222"/>
          <a:ext cx="1929504" cy="6979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Üretime hazır model</a:t>
          </a:r>
          <a:endParaRPr lang="tr-TR" sz="1700" kern="1200" dirty="0"/>
        </a:p>
      </dsp:txBody>
      <dsp:txXfrm>
        <a:off x="5448099" y="3873663"/>
        <a:ext cx="1888622" cy="657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B17CE6-7691-1D44-BFCD-FBDB21CEC9EE}" type="datetimeFigureOut">
              <a:rPr lang="tr-TR" smtClean="0"/>
              <a:t>29.10.2025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26B6A7-E5EE-9F46-B37F-4F4A11B89CB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22052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09E36-94EE-1617-08A7-6C7D993D8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BDB1B3B3-1C2C-DCCF-E936-FE3F326E84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1898D103-E9BA-1A64-C185-E2F5E7A5FBD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E91B1F5D-A22F-3AD1-9B07-60942A7084FF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738270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572B0-E860-8972-FDC4-DA6B3967B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D48F6ECE-9532-BDA9-46EB-BDDD3B782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38FAEEF2-E607-EB50-1156-4ABF02FE494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E290C9A3-9A83-B2AD-D318-6A96AC4B0C42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2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844028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8D80E-FB76-9492-9507-5E6FBAD6F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7DB1A52A-D28E-EDCA-2801-62A1FB1758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C76E5DA2-78D5-378B-27F7-A136B5F4D04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7EA7E265-A9D2-402A-D284-1407F9984138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3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187725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52B60-8D71-6547-0447-0F4D360E1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6826F913-ED32-007B-4832-9CFFC7102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5EF36BB2-88F8-FE06-EB97-879B3D3268C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1BD8FAEC-90DB-E22C-55F3-B9CE51D1CB32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4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781710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04250-5D15-4CC1-B8D2-373C48BFF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74A7A7DB-29DE-9346-329F-87A78E764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B625A0C5-1EFA-147E-FB35-4AF43A99C84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AFE7FC82-7DA1-93B7-21AB-1CD76BF7115C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5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6172744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B2634-1B4B-53B1-97B6-35563C179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CA6A7F68-794F-6469-22DB-5C4808CA28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C92D728B-8480-3FA4-BFED-7E9B88ABF3B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33417122-F067-F48F-5EAD-A2224C4A535D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6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467933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F3C1F98-1119-C439-00BD-18D153B3DF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4E467180-72F0-39B8-F998-F4A5D07B72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EB0F375-6A7F-B2AC-43E3-6D283B42D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29.10.2025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5BF1446-34BB-DE9B-6057-B70A1806C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9A0B88A-7EC8-9E63-E053-87560A628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7521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663D46E-655B-6170-DBBB-4B669A5B9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25CD077-2903-98CA-45B4-ECFC550D0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7386F9E-162C-A576-0C85-53943F4EE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29.10.2025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1B9E3EC-65D0-EC98-7233-7D41EBBE6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2671E9E-92CF-5A56-F769-8B8969BE4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12948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7BA7758-DAB9-1395-4A5A-F80F321EA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4C887AC-FC3B-B1E5-2926-B067CAB6E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4C5FF56-5069-F0B5-5CF0-6CBBC46AD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29.10.2025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8805D18-4372-9C64-89D4-7A8DDEBDC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06D69AD-13AF-389D-E853-95FA0A0C7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16473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2F35925-7E1E-2287-1352-591785073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51851F6-7A7A-6E88-1E53-606D56D55F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261954B8-7DE3-6B66-A7E8-08A63AB1C3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F20451A-36FC-3AA7-84C4-244FC4E2F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29.10.2025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57BC83CF-3CC8-95DE-C3A2-0680F60BA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C8F2665-0A9E-8590-EF98-C16BA72E5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66753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AC4E4E-8BE2-DEC0-E365-5078747E5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15D230D-2C51-02CB-7151-E875F4C6C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0681F9EF-8878-8DB0-4599-6A834DA16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0EF08185-6E0D-5E85-EC09-E24D66A348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917883B8-14C9-0340-AD3F-70ADE46A19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4AA7A2FC-1B82-20AA-1602-116B81E4B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29.10.2025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26345A09-BA9B-2C43-511E-D9F908ED6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B401C95A-D624-46B0-3CC2-186107119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80085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FC4A1A8-BF08-B1D9-F77F-F49C2CF3C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3FA4AC1D-6BD7-0EC2-1CCF-DF3A49A90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29.10.2025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D3A6C47A-43F7-3949-A814-160C2AF63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6687BC2B-3F29-A25E-93FD-4C073D1A5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9700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C769AAA0-E794-2F8F-765B-824DAF8B3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29.10.2025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90F89A9F-05DF-5A8E-DC4C-B7635FC0F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11C2C56-E87A-7900-F003-9C641B08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73346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3FC8109-EE00-B155-30F8-63C9C7FF4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D58347D-60C4-B4C8-5D7D-8900F44C3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93FA6D19-A7F4-EA9A-2AA8-2ADB91FFD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A748957-D466-F5CE-6BB9-2DA933909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29.10.2025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DA5C434-F004-FF0C-1901-F5AFB8A05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F0D13E1-36E5-72E6-3925-8AEF674D7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08954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60D9076-C997-CBF9-CDC7-A1C5AA28E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91B92ECE-FCB0-799C-907D-78FC2C9D58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5143142D-C3EB-F70D-EFFC-2A9BB37518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7620682-F828-68E1-003B-1CB7BF886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29.10.2025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B673E6B-3B26-843A-20FF-46A3E1BF0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3360880-60B9-1DD7-EA8E-CB14CFF9A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34088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8844853-D4F4-1E74-DC56-938C0A430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E55D4F98-F8F1-B381-5285-3C2B21AD49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D404763-B084-F8CB-ADEA-497DC5322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29.10.2025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A1BF1F5-C726-3D41-51A4-2A9D2DB0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D07E755-360C-989D-9414-90F36D06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6377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318E9149-40D7-73BC-FA1F-B4513188EA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FBA61250-8B56-D081-2E2F-BC6CDFD35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79F877B-DED1-17B5-C22B-1C883530C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29.10.2025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D67B3E1-C7F2-F4EC-7A76-43B31AACA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0C6A285-490B-5629-98A4-CD11E1537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7075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76ED70B6-FC5C-6925-B232-E6FBBEF5A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0199B80D-6DE3-A0CC-27B6-114BBCACC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105A4A2-2803-63CE-E845-997F7C6482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EBF425-2C81-E94D-AFD5-88E868AB882D}" type="datetimeFigureOut">
              <a:rPr lang="tr-TR" smtClean="0"/>
              <a:t>29.10.2025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4A2D3FC-8398-78D1-16F4-5D72E3537E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36319BD-BE54-B922-EC24-CFFE55BC4E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86137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webp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3.png"/><Relationship Id="rId7" Type="http://schemas.openxmlformats.org/officeDocument/2006/relationships/diagramLayout" Target="../diagrams/layou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1.xml"/><Relationship Id="rId5" Type="http://schemas.openxmlformats.org/officeDocument/2006/relationships/image" Target="../media/image2.png"/><Relationship Id="rId10" Type="http://schemas.microsoft.com/office/2007/relationships/diagramDrawing" Target="../diagrams/drawing1.xml"/><Relationship Id="rId4" Type="http://schemas.openxmlformats.org/officeDocument/2006/relationships/image" Target="../media/image1.emf"/><Relationship Id="rId9" Type="http://schemas.openxmlformats.org/officeDocument/2006/relationships/diagramColors" Target="../diagrams/colors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webp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C460D-4B4E-3BF3-C7F5-24CA8B23F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Freeform 9">
            <a:extLst>
              <a:ext uri="{FF2B5EF4-FFF2-40B4-BE49-F238E27FC236}">
                <a16:creationId xmlns:a16="http://schemas.microsoft.com/office/drawing/2014/main" id="{881C6781-B144-B9A2-D281-8343A7708A04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4" name="Freeform 10">
            <a:extLst>
              <a:ext uri="{FF2B5EF4-FFF2-40B4-BE49-F238E27FC236}">
                <a16:creationId xmlns:a16="http://schemas.microsoft.com/office/drawing/2014/main" id="{7FC75BF2-BA8B-B1EE-D464-AD5CE6157D82}"/>
              </a:ext>
            </a:extLst>
          </p:cNvPr>
          <p:cNvSpPr/>
          <p:nvPr/>
        </p:nvSpPr>
        <p:spPr>
          <a:xfrm>
            <a:off x="1444680" y="741600"/>
            <a:ext cx="93240" cy="447120"/>
          </a:xfrm>
          <a:custGeom>
            <a:avLst/>
            <a:gdLst>
              <a:gd name="textAreaLeft" fmla="*/ 0 w 93240"/>
              <a:gd name="textAreaRight" fmla="*/ 93600 w 93240"/>
              <a:gd name="textAreaTop" fmla="*/ 0 h 447120"/>
              <a:gd name="textAreaBottom" fmla="*/ 447480 h 447120"/>
            </a:gdLst>
            <a:ahLst/>
            <a:cxnLst/>
            <a:rect l="textAreaLeft" t="textAreaTop" r="textAreaRight" b="textAreaBottom"/>
            <a:pathLst>
              <a:path w="118" h="564">
                <a:moveTo>
                  <a:pt x="118" y="0"/>
                </a:moveTo>
                <a:lnTo>
                  <a:pt x="0" y="126"/>
                </a:lnTo>
                <a:lnTo>
                  <a:pt x="0" y="564"/>
                </a:lnTo>
                <a:lnTo>
                  <a:pt x="118" y="452"/>
                </a:lnTo>
                <a:lnTo>
                  <a:pt x="11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1" name="Freeform 17">
            <a:extLst>
              <a:ext uri="{FF2B5EF4-FFF2-40B4-BE49-F238E27FC236}">
                <a16:creationId xmlns:a16="http://schemas.microsoft.com/office/drawing/2014/main" id="{44DF1DA5-B0CD-E185-B64F-9CCF9708F3B9}"/>
              </a:ext>
            </a:extLst>
          </p:cNvPr>
          <p:cNvSpPr/>
          <p:nvPr/>
        </p:nvSpPr>
        <p:spPr>
          <a:xfrm>
            <a:off x="3400200" y="784440"/>
            <a:ext cx="604440" cy="704520"/>
          </a:xfrm>
          <a:custGeom>
            <a:avLst/>
            <a:gdLst>
              <a:gd name="textAreaLeft" fmla="*/ 0 w 604440"/>
              <a:gd name="textAreaRight" fmla="*/ 604800 w 604440"/>
              <a:gd name="textAreaTop" fmla="*/ 0 h 704520"/>
              <a:gd name="textAreaBottom" fmla="*/ 704880 h 704520"/>
            </a:gdLst>
            <a:ahLst/>
            <a:cxnLst/>
            <a:rect l="textAreaLeft" t="textAreaTop" r="textAreaRight" b="textAreaBottom"/>
            <a:pathLst>
              <a:path w="762" h="888">
                <a:moveTo>
                  <a:pt x="524" y="888"/>
                </a:moveTo>
                <a:lnTo>
                  <a:pt x="188" y="446"/>
                </a:lnTo>
                <a:lnTo>
                  <a:pt x="188" y="888"/>
                </a:lnTo>
                <a:lnTo>
                  <a:pt x="0" y="888"/>
                </a:lnTo>
                <a:lnTo>
                  <a:pt x="0" y="0"/>
                </a:lnTo>
                <a:lnTo>
                  <a:pt x="188" y="0"/>
                </a:lnTo>
                <a:lnTo>
                  <a:pt x="188" y="426"/>
                </a:lnTo>
                <a:lnTo>
                  <a:pt x="536" y="0"/>
                </a:lnTo>
                <a:lnTo>
                  <a:pt x="760" y="0"/>
                </a:lnTo>
                <a:lnTo>
                  <a:pt x="404" y="434"/>
                </a:lnTo>
                <a:lnTo>
                  <a:pt x="762" y="888"/>
                </a:lnTo>
                <a:lnTo>
                  <a:pt x="524" y="88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5E3C7982-CE74-4234-847F-0C02E7B1D311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C24DC6C6-86C9-32E2-53B9-9097FE2D769D}"/>
              </a:ext>
            </a:extLst>
          </p:cNvPr>
          <p:cNvSpPr txBox="1"/>
          <p:nvPr/>
        </p:nvSpPr>
        <p:spPr>
          <a:xfrm>
            <a:off x="1360279" y="2807368"/>
            <a:ext cx="947120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5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DevOps-MLOps-DataOps</a:t>
            </a:r>
            <a:endParaRPr lang="tr-TR" sz="50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910D51CB-65F7-AD5C-39A0-70465E73AE8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11091976" y="400513"/>
            <a:ext cx="628745" cy="400110"/>
          </a:xfrm>
          <a:prstGeom prst="rect">
            <a:avLst/>
          </a:prstGeom>
        </p:spPr>
      </p:pic>
      <p:pic>
        <p:nvPicPr>
          <p:cNvPr id="5" name="Resim 4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55EBB53-A9D9-3347-45EF-8F68AD7AA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279" y="400513"/>
            <a:ext cx="891484" cy="32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305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7F52F-9264-CB08-9BCB-49CB0D6AE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058C49FF-7A39-7D9C-CEF8-F502CB044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A3390EDF-A3E9-9337-7085-25087B9A063D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DC69367B-7AE5-CF43-37BD-49E83800FA0A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E2AEEB65-F45A-1F07-5DE8-1AFAE79E990A}"/>
              </a:ext>
            </a:extLst>
          </p:cNvPr>
          <p:cNvSpPr txBox="1"/>
          <p:nvPr/>
        </p:nvSpPr>
        <p:spPr>
          <a:xfrm>
            <a:off x="380779" y="341490"/>
            <a:ext cx="6670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DevOps</a:t>
            </a:r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Yazılım geliştirme ve operasyonun birleşimi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8F8F5766-63DB-50E5-3AE3-FD3CF88DD16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BAC6C96-A244-B061-3F5B-339FD40EF0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3314A401-D097-F073-49F9-936721AB2A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2115" y="1493562"/>
            <a:ext cx="6307769" cy="3870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867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1732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5F3980-68AA-E2EC-424E-1E9550A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8A6242F3-F998-A439-181F-B8D880559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C8A67E39-92C2-C9C5-4DCB-55B82E51BBB2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74E85B3E-5A9F-46B2-B9CD-B62B51E2BBDE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10E5F59B-C142-8C57-4B5A-40866C121D32}"/>
              </a:ext>
            </a:extLst>
          </p:cNvPr>
          <p:cNvSpPr txBox="1"/>
          <p:nvPr/>
        </p:nvSpPr>
        <p:spPr>
          <a:xfrm>
            <a:off x="380779" y="279242"/>
            <a:ext cx="62310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DataOps</a:t>
            </a:r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Veri süreçlerinde çeviklik ve güvenilirlik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416799E9-60DF-BAB2-99F6-720C8404792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30F3E71-849D-A3C4-AF16-315ED0C525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pic>
        <p:nvPicPr>
          <p:cNvPr id="3" name="Resim 2">
            <a:extLst>
              <a:ext uri="{FF2B5EF4-FFF2-40B4-BE49-F238E27FC236}">
                <a16:creationId xmlns:a16="http://schemas.microsoft.com/office/drawing/2014/main" id="{1ADE36CC-9389-A3B6-02F5-6D456113C0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3954" y="1146499"/>
            <a:ext cx="5827927" cy="4553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558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5B7E0-8BD4-89A7-C832-0AB3FD5A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E9D1966C-02BB-2F23-598F-D2115ADAC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C6C290FF-CD5B-4772-6D81-625245164EF4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A6FBF17C-19B7-B530-8352-3F115D78FB2C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E77696E4-74DF-E361-4E42-1D329A30D246}"/>
              </a:ext>
            </a:extLst>
          </p:cNvPr>
          <p:cNvSpPr txBox="1"/>
          <p:nvPr/>
        </p:nvSpPr>
        <p:spPr>
          <a:xfrm>
            <a:off x="380779" y="341490"/>
            <a:ext cx="82278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MLOps</a:t>
            </a:r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Makine Öğrenmesi Süreçlerinin Operasyonelleştirilmesi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2256BD1C-BCC2-7340-F65A-6DCD04692E5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D4640C6-1C8A-4ACC-B55F-B5556F4A17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D79CEC49-7C3B-32A9-8979-84B5EA7E65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4548" y="1159200"/>
            <a:ext cx="8026740" cy="4515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25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E9F35-15F7-D2C3-2618-F6CEB2DF8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D69EE04B-149B-23B0-C2C2-CA32D186F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E677E1E3-9A2E-DFA1-B648-4F6427D934CA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2EEA832F-F5AC-2888-7495-8ED9938B65AE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DA726276-0023-743D-27E2-998C01CF606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222EFD7-54B6-6B60-667B-885E4287A9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FD9182F5-A001-4886-7C88-0F437CBECC43}"/>
              </a:ext>
            </a:extLst>
          </p:cNvPr>
          <p:cNvSpPr txBox="1"/>
          <p:nvPr/>
        </p:nvSpPr>
        <p:spPr>
          <a:xfrm>
            <a:off x="533179" y="493890"/>
            <a:ext cx="5404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Modern </a:t>
            </a:r>
            <a:r>
              <a:rPr lang="fr-FR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</a:t>
            </a:r>
            <a:r>
              <a:rPr lang="fr-F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Boru</a:t>
            </a:r>
            <a:r>
              <a:rPr lang="fr-F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Hatları</a:t>
            </a:r>
            <a:r>
              <a:rPr lang="fr-F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(Data Pipelines)</a:t>
            </a:r>
            <a:endParaRPr lang="tr-TR" sz="20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Diyagram 4">
            <a:extLst>
              <a:ext uri="{FF2B5EF4-FFF2-40B4-BE49-F238E27FC236}">
                <a16:creationId xmlns:a16="http://schemas.microsoft.com/office/drawing/2014/main" id="{0A3F7629-F1F0-AA18-9F4B-94970A8971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9842093"/>
              </p:ext>
            </p:extLst>
          </p:nvPr>
        </p:nvGraphicFramePr>
        <p:xfrm>
          <a:off x="2228278" y="1027635"/>
          <a:ext cx="7599279" cy="47907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2573585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C1935-A50D-E300-8465-4658A0E55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55181EBE-ECB1-FA5D-026F-5F9603D17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36824CB7-34EB-BE07-FE8A-BD76F911D543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76EF3DEE-7215-2276-A3F6-D556EDAEDF0E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09520D99-4E6B-F685-FBC7-A4B8C549B4D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B477EB4-A639-C663-1B98-D9AB1A871F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FB0A8F80-6259-A70D-4399-4EA23F2053FC}"/>
              </a:ext>
            </a:extLst>
          </p:cNvPr>
          <p:cNvSpPr txBox="1"/>
          <p:nvPr/>
        </p:nvSpPr>
        <p:spPr>
          <a:xfrm>
            <a:off x="533179" y="493890"/>
            <a:ext cx="5404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Yeni Eğilimler</a:t>
            </a:r>
          </a:p>
        </p:txBody>
      </p:sp>
      <p:pic>
        <p:nvPicPr>
          <p:cNvPr id="11" name="Resim 10">
            <a:extLst>
              <a:ext uri="{FF2B5EF4-FFF2-40B4-BE49-F238E27FC236}">
                <a16:creationId xmlns:a16="http://schemas.microsoft.com/office/drawing/2014/main" id="{7A6BC969-9F85-101D-2EBC-3355A39818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3859" y="1119559"/>
            <a:ext cx="5628398" cy="4606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156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1146</TotalTime>
  <Words>84</Words>
  <Application>Microsoft Office PowerPoint</Application>
  <PresentationFormat>Geniş ekran</PresentationFormat>
  <Paragraphs>27</Paragraphs>
  <Slides>6</Slides>
  <Notes>6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Times New Roman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Mahmut İbrahim AYKAÇ</dc:creator>
  <cp:lastModifiedBy>SemihAcmali</cp:lastModifiedBy>
  <cp:revision>41</cp:revision>
  <dcterms:created xsi:type="dcterms:W3CDTF">2025-05-08T09:17:15Z</dcterms:created>
  <dcterms:modified xsi:type="dcterms:W3CDTF">2025-10-29T14:13:45Z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eodilabelclass">
    <vt:lpwstr>id_classification_Kapsamdisi=0ef0d4bf-59b8-4ae6-bbc0-fafde041157b</vt:lpwstr>
  </property>
  <property fmtid="{D5CDD505-2E9C-101B-9397-08002B2CF9AE}" pid="3" name="geodilabeluser">
    <vt:lpwstr>user=zeynep.can</vt:lpwstr>
  </property>
  <property fmtid="{D5CDD505-2E9C-101B-9397-08002B2CF9AE}" pid="4" name="geodilabeltime">
    <vt:lpwstr>datetime=2025-06-30T10:33:33.658Z</vt:lpwstr>
  </property>
</Properties>
</file>