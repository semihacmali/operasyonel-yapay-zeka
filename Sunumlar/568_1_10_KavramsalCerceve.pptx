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8" r:id="rId2"/>
    <p:sldId id="299" r:id="rId3"/>
    <p:sldId id="282" r:id="rId4"/>
    <p:sldId id="296" r:id="rId5"/>
    <p:sldId id="297" r:id="rId6"/>
    <p:sldId id="298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7B37EE-7D36-4A4C-A5D3-D727236AD3CB}" type="doc">
      <dgm:prSet loTypeId="urn:microsoft.com/office/officeart/2009/layout/ReverseList" loCatId="relationship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tr-TR"/>
        </a:p>
      </dgm:t>
    </dgm:pt>
    <dgm:pt modelId="{A9A51C2F-037F-4196-8B0C-B4A798027998}">
      <dgm:prSet phldrT="[Metin]"/>
      <dgm:spPr/>
      <dgm:t>
        <a:bodyPr/>
        <a:lstStyle/>
        <a:p>
          <a:r>
            <a:rPr lang="tr-TR" dirty="0"/>
            <a:t>Veri</a:t>
          </a:r>
        </a:p>
      </dgm:t>
    </dgm:pt>
    <dgm:pt modelId="{B8F07281-0A2F-4C95-99D0-9FF80632DF8C}" type="parTrans" cxnId="{E6765AE1-E368-4AB0-BE81-F246833F8CFE}">
      <dgm:prSet/>
      <dgm:spPr/>
      <dgm:t>
        <a:bodyPr/>
        <a:lstStyle/>
        <a:p>
          <a:endParaRPr lang="tr-TR"/>
        </a:p>
      </dgm:t>
    </dgm:pt>
    <dgm:pt modelId="{41544D3C-35E2-44F3-9717-23D52B3939E2}" type="sibTrans" cxnId="{E6765AE1-E368-4AB0-BE81-F246833F8CFE}">
      <dgm:prSet/>
      <dgm:spPr/>
      <dgm:t>
        <a:bodyPr/>
        <a:lstStyle/>
        <a:p>
          <a:endParaRPr lang="tr-TR"/>
        </a:p>
      </dgm:t>
    </dgm:pt>
    <dgm:pt modelId="{3B68164E-472A-48E5-B45A-C8134E5FCEDC}">
      <dgm:prSet phldrT="[Metin]"/>
      <dgm:spPr/>
      <dgm:t>
        <a:bodyPr/>
        <a:lstStyle/>
        <a:p>
          <a:r>
            <a:rPr lang="tr-TR" dirty="0"/>
            <a:t>Soru?</a:t>
          </a:r>
        </a:p>
      </dgm:t>
    </dgm:pt>
    <dgm:pt modelId="{3B920053-B103-4869-A4F7-2E031D77F7CE}" type="parTrans" cxnId="{77F3C0F9-82C7-4DCD-B96C-36BDC2D3B6D8}">
      <dgm:prSet/>
      <dgm:spPr/>
      <dgm:t>
        <a:bodyPr/>
        <a:lstStyle/>
        <a:p>
          <a:endParaRPr lang="tr-TR"/>
        </a:p>
      </dgm:t>
    </dgm:pt>
    <dgm:pt modelId="{A304C11D-205D-43DF-83D3-8AF938578873}" type="sibTrans" cxnId="{77F3C0F9-82C7-4DCD-B96C-36BDC2D3B6D8}">
      <dgm:prSet/>
      <dgm:spPr/>
      <dgm:t>
        <a:bodyPr/>
        <a:lstStyle/>
        <a:p>
          <a:endParaRPr lang="tr-TR"/>
        </a:p>
      </dgm:t>
    </dgm:pt>
    <dgm:pt modelId="{26EBC46F-A0D1-4C4A-A0B8-416A0BA3E3F1}" type="pres">
      <dgm:prSet presAssocID="{D37B37EE-7D36-4A4C-A5D3-D727236AD3CB}" presName="Name0" presStyleCnt="0">
        <dgm:presLayoutVars>
          <dgm:chMax val="2"/>
          <dgm:chPref val="2"/>
          <dgm:animLvl val="lvl"/>
        </dgm:presLayoutVars>
      </dgm:prSet>
      <dgm:spPr/>
    </dgm:pt>
    <dgm:pt modelId="{322933C0-5BEB-493B-9A8F-DBD0DB5C0529}" type="pres">
      <dgm:prSet presAssocID="{D37B37EE-7D36-4A4C-A5D3-D727236AD3CB}" presName="LeftText" presStyleLbl="revTx" presStyleIdx="0" presStyleCnt="0">
        <dgm:presLayoutVars>
          <dgm:bulletEnabled val="1"/>
        </dgm:presLayoutVars>
      </dgm:prSet>
      <dgm:spPr/>
    </dgm:pt>
    <dgm:pt modelId="{493D4641-4E23-4342-B76D-95C0F7984D54}" type="pres">
      <dgm:prSet presAssocID="{D37B37EE-7D36-4A4C-A5D3-D727236AD3CB}" presName="LeftNode" presStyleLbl="bgImgPlace1" presStyleIdx="0" presStyleCnt="2" custScaleY="40336">
        <dgm:presLayoutVars>
          <dgm:chMax val="2"/>
          <dgm:chPref val="2"/>
        </dgm:presLayoutVars>
      </dgm:prSet>
      <dgm:spPr/>
    </dgm:pt>
    <dgm:pt modelId="{C09ED7F9-9296-417A-8187-30E327A0A4EC}" type="pres">
      <dgm:prSet presAssocID="{D37B37EE-7D36-4A4C-A5D3-D727236AD3CB}" presName="RightText" presStyleLbl="revTx" presStyleIdx="0" presStyleCnt="0">
        <dgm:presLayoutVars>
          <dgm:bulletEnabled val="1"/>
        </dgm:presLayoutVars>
      </dgm:prSet>
      <dgm:spPr/>
    </dgm:pt>
    <dgm:pt modelId="{080D83ED-61DD-4CA6-A07B-881A1314B55B}" type="pres">
      <dgm:prSet presAssocID="{D37B37EE-7D36-4A4C-A5D3-D727236AD3CB}" presName="RightNode" presStyleLbl="bgImgPlace1" presStyleIdx="1" presStyleCnt="2" custScaleY="37893">
        <dgm:presLayoutVars>
          <dgm:chMax val="0"/>
          <dgm:chPref val="0"/>
        </dgm:presLayoutVars>
      </dgm:prSet>
      <dgm:spPr/>
    </dgm:pt>
    <dgm:pt modelId="{12AEAB2C-8E3C-4503-8116-C62E4D957128}" type="pres">
      <dgm:prSet presAssocID="{D37B37EE-7D36-4A4C-A5D3-D727236AD3CB}" presName="TopArrow" presStyleLbl="node1" presStyleIdx="0" presStyleCnt="2" custLinFactNeighborX="-1255" custLinFactNeighborY="33146"/>
      <dgm:spPr/>
    </dgm:pt>
    <dgm:pt modelId="{4787FA40-614B-46D5-B08D-F4D5E10BB650}" type="pres">
      <dgm:prSet presAssocID="{D37B37EE-7D36-4A4C-A5D3-D727236AD3CB}" presName="BottomArrow" presStyleLbl="node1" presStyleIdx="1" presStyleCnt="2" custLinFactNeighborX="-4218" custLinFactNeighborY="-35331"/>
      <dgm:spPr/>
    </dgm:pt>
  </dgm:ptLst>
  <dgm:cxnLst>
    <dgm:cxn modelId="{79100108-5ED5-45E5-9855-3AF33316273B}" type="presOf" srcId="{A9A51C2F-037F-4196-8B0C-B4A798027998}" destId="{493D4641-4E23-4342-B76D-95C0F7984D54}" srcOrd="1" destOrd="0" presId="urn:microsoft.com/office/officeart/2009/layout/ReverseList"/>
    <dgm:cxn modelId="{55151E14-0CD8-4A89-AB83-B96D11A96177}" type="presOf" srcId="{3B68164E-472A-48E5-B45A-C8134E5FCEDC}" destId="{C09ED7F9-9296-417A-8187-30E327A0A4EC}" srcOrd="0" destOrd="0" presId="urn:microsoft.com/office/officeart/2009/layout/ReverseList"/>
    <dgm:cxn modelId="{D2233948-28F0-47EF-935C-EF1A125B7E46}" type="presOf" srcId="{A9A51C2F-037F-4196-8B0C-B4A798027998}" destId="{322933C0-5BEB-493B-9A8F-DBD0DB5C0529}" srcOrd="0" destOrd="0" presId="urn:microsoft.com/office/officeart/2009/layout/ReverseList"/>
    <dgm:cxn modelId="{E6765AE1-E368-4AB0-BE81-F246833F8CFE}" srcId="{D37B37EE-7D36-4A4C-A5D3-D727236AD3CB}" destId="{A9A51C2F-037F-4196-8B0C-B4A798027998}" srcOrd="0" destOrd="0" parTransId="{B8F07281-0A2F-4C95-99D0-9FF80632DF8C}" sibTransId="{41544D3C-35E2-44F3-9717-23D52B3939E2}"/>
    <dgm:cxn modelId="{085BBFEA-1A4C-4F75-B34B-A8FD37391635}" type="presOf" srcId="{3B68164E-472A-48E5-B45A-C8134E5FCEDC}" destId="{080D83ED-61DD-4CA6-A07B-881A1314B55B}" srcOrd="1" destOrd="0" presId="urn:microsoft.com/office/officeart/2009/layout/ReverseList"/>
    <dgm:cxn modelId="{D1DCBEEC-8EE2-4B74-9CA9-4E3CFD5F671B}" type="presOf" srcId="{D37B37EE-7D36-4A4C-A5D3-D727236AD3CB}" destId="{26EBC46F-A0D1-4C4A-A0B8-416A0BA3E3F1}" srcOrd="0" destOrd="0" presId="urn:microsoft.com/office/officeart/2009/layout/ReverseList"/>
    <dgm:cxn modelId="{77F3C0F9-82C7-4DCD-B96C-36BDC2D3B6D8}" srcId="{D37B37EE-7D36-4A4C-A5D3-D727236AD3CB}" destId="{3B68164E-472A-48E5-B45A-C8134E5FCEDC}" srcOrd="1" destOrd="0" parTransId="{3B920053-B103-4869-A4F7-2E031D77F7CE}" sibTransId="{A304C11D-205D-43DF-83D3-8AF938578873}"/>
    <dgm:cxn modelId="{8BF8FF80-E254-4E73-A429-34CAB3233635}" type="presParOf" srcId="{26EBC46F-A0D1-4C4A-A0B8-416A0BA3E3F1}" destId="{322933C0-5BEB-493B-9A8F-DBD0DB5C0529}" srcOrd="0" destOrd="0" presId="urn:microsoft.com/office/officeart/2009/layout/ReverseList"/>
    <dgm:cxn modelId="{970881FB-7522-4FAC-9EFD-20B7CA71CD34}" type="presParOf" srcId="{26EBC46F-A0D1-4C4A-A0B8-416A0BA3E3F1}" destId="{493D4641-4E23-4342-B76D-95C0F7984D54}" srcOrd="1" destOrd="0" presId="urn:microsoft.com/office/officeart/2009/layout/ReverseList"/>
    <dgm:cxn modelId="{15E29C0F-4D2E-45D2-ACD7-F9478759A957}" type="presParOf" srcId="{26EBC46F-A0D1-4C4A-A0B8-416A0BA3E3F1}" destId="{C09ED7F9-9296-417A-8187-30E327A0A4EC}" srcOrd="2" destOrd="0" presId="urn:microsoft.com/office/officeart/2009/layout/ReverseList"/>
    <dgm:cxn modelId="{5193AA19-2D5D-4B2B-B6AC-7DC35BDA9EF0}" type="presParOf" srcId="{26EBC46F-A0D1-4C4A-A0B8-416A0BA3E3F1}" destId="{080D83ED-61DD-4CA6-A07B-881A1314B55B}" srcOrd="3" destOrd="0" presId="urn:microsoft.com/office/officeart/2009/layout/ReverseList"/>
    <dgm:cxn modelId="{B26CE7A5-F5B7-430D-BE6E-D433C590F3C4}" type="presParOf" srcId="{26EBC46F-A0D1-4C4A-A0B8-416A0BA3E3F1}" destId="{12AEAB2C-8E3C-4503-8116-C62E4D957128}" srcOrd="4" destOrd="0" presId="urn:microsoft.com/office/officeart/2009/layout/ReverseList"/>
    <dgm:cxn modelId="{FC02C659-E5DF-458C-89A9-04C06988B2E9}" type="presParOf" srcId="{26EBC46F-A0D1-4C4A-A0B8-416A0BA3E3F1}" destId="{4787FA40-614B-46D5-B08D-F4D5E10BB650}" srcOrd="5" destOrd="0" presId="urn:microsoft.com/office/officeart/2009/layout/Reverse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D2B840-246F-4DC5-8535-A2949C6BC339}" type="doc">
      <dgm:prSet loTypeId="urn:microsoft.com/office/officeart/2005/8/layout/venn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DA82FF1E-7E59-4641-BA03-74DC75C2C1ED}">
      <dgm:prSet phldrT="[Metin]"/>
      <dgm:spPr/>
      <dgm:t>
        <a:bodyPr/>
        <a:lstStyle/>
        <a:p>
          <a:r>
            <a:rPr lang="tr-TR"/>
            <a:t>Veri Bilimi</a:t>
          </a:r>
        </a:p>
      </dgm:t>
    </dgm:pt>
    <dgm:pt modelId="{B6708732-86D6-41FA-99E6-68EBEEAF2110}" type="parTrans" cxnId="{C20C01DA-FA11-42A0-B961-B9B126552029}">
      <dgm:prSet/>
      <dgm:spPr/>
      <dgm:t>
        <a:bodyPr/>
        <a:lstStyle/>
        <a:p>
          <a:endParaRPr lang="tr-TR"/>
        </a:p>
      </dgm:t>
    </dgm:pt>
    <dgm:pt modelId="{8C6B39ED-1974-4C0E-AD84-35DFAA134508}" type="sibTrans" cxnId="{C20C01DA-FA11-42A0-B961-B9B126552029}">
      <dgm:prSet/>
      <dgm:spPr/>
      <dgm:t>
        <a:bodyPr/>
        <a:lstStyle/>
        <a:p>
          <a:endParaRPr lang="tr-TR"/>
        </a:p>
      </dgm:t>
    </dgm:pt>
    <dgm:pt modelId="{C84A8252-8247-4010-89CE-C7112D70744E}">
      <dgm:prSet phldrT="[Metin]"/>
      <dgm:spPr/>
      <dgm:t>
        <a:bodyPr/>
        <a:lstStyle/>
        <a:p>
          <a:r>
            <a:rPr lang="tr-TR" dirty="0"/>
            <a:t>Yapay Zeka</a:t>
          </a:r>
        </a:p>
      </dgm:t>
    </dgm:pt>
    <dgm:pt modelId="{76CB92DB-F7AC-4F45-B95C-89A5B10EB8D4}" type="parTrans" cxnId="{186DF128-BFB0-4E3F-979F-1951AAB490FF}">
      <dgm:prSet/>
      <dgm:spPr/>
      <dgm:t>
        <a:bodyPr/>
        <a:lstStyle/>
        <a:p>
          <a:endParaRPr lang="tr-TR"/>
        </a:p>
      </dgm:t>
    </dgm:pt>
    <dgm:pt modelId="{70D45630-33C9-4B41-A2BA-DD20DF4E4402}" type="sibTrans" cxnId="{186DF128-BFB0-4E3F-979F-1951AAB490FF}">
      <dgm:prSet/>
      <dgm:spPr/>
      <dgm:t>
        <a:bodyPr/>
        <a:lstStyle/>
        <a:p>
          <a:endParaRPr lang="tr-TR"/>
        </a:p>
      </dgm:t>
    </dgm:pt>
    <dgm:pt modelId="{76E287F1-DF08-4C31-A0C5-915760605E8C}">
      <dgm:prSet phldrT="[Metin]"/>
      <dgm:spPr/>
      <dgm:t>
        <a:bodyPr/>
        <a:lstStyle/>
        <a:p>
          <a:r>
            <a:rPr lang="tr-TR" dirty="0"/>
            <a:t>Makine Öğrenmesi</a:t>
          </a:r>
        </a:p>
      </dgm:t>
    </dgm:pt>
    <dgm:pt modelId="{35BB9160-AB78-4B1A-ABDF-79D0CBE7F395}" type="parTrans" cxnId="{AC08EA2B-8584-4A47-A3C9-920FDD95BDE9}">
      <dgm:prSet/>
      <dgm:spPr/>
      <dgm:t>
        <a:bodyPr/>
        <a:lstStyle/>
        <a:p>
          <a:endParaRPr lang="tr-TR"/>
        </a:p>
      </dgm:t>
    </dgm:pt>
    <dgm:pt modelId="{59ED371B-0887-4EE5-9DBB-315B9D617689}" type="sibTrans" cxnId="{AC08EA2B-8584-4A47-A3C9-920FDD95BDE9}">
      <dgm:prSet/>
      <dgm:spPr/>
      <dgm:t>
        <a:bodyPr/>
        <a:lstStyle/>
        <a:p>
          <a:endParaRPr lang="tr-TR"/>
        </a:p>
      </dgm:t>
    </dgm:pt>
    <dgm:pt modelId="{C4352257-DA36-47C2-9E0D-C83B76577B3F}">
      <dgm:prSet phldrT="[Metin]"/>
      <dgm:spPr/>
      <dgm:t>
        <a:bodyPr/>
        <a:lstStyle/>
        <a:p>
          <a:r>
            <a:rPr lang="tr-TR" dirty="0"/>
            <a:t>Derin Öğrenme</a:t>
          </a:r>
        </a:p>
      </dgm:t>
    </dgm:pt>
    <dgm:pt modelId="{11F16513-ED98-481D-B43C-5D679C258993}" type="parTrans" cxnId="{460CF94F-DC6F-456D-958F-B932A8396F04}">
      <dgm:prSet/>
      <dgm:spPr/>
      <dgm:t>
        <a:bodyPr/>
        <a:lstStyle/>
        <a:p>
          <a:endParaRPr lang="tr-TR"/>
        </a:p>
      </dgm:t>
    </dgm:pt>
    <dgm:pt modelId="{E61C7992-C6C1-40AB-9646-2D49386A2BD6}" type="sibTrans" cxnId="{460CF94F-DC6F-456D-958F-B932A8396F04}">
      <dgm:prSet/>
      <dgm:spPr/>
      <dgm:t>
        <a:bodyPr/>
        <a:lstStyle/>
        <a:p>
          <a:endParaRPr lang="tr-TR"/>
        </a:p>
      </dgm:t>
    </dgm:pt>
    <dgm:pt modelId="{E28A2DF5-352C-4F68-B251-AA8021D625FC}" type="pres">
      <dgm:prSet presAssocID="{0BD2B840-246F-4DC5-8535-A2949C6BC339}" presName="Name0" presStyleCnt="0">
        <dgm:presLayoutVars>
          <dgm:chMax val="7"/>
          <dgm:resizeHandles val="exact"/>
        </dgm:presLayoutVars>
      </dgm:prSet>
      <dgm:spPr/>
    </dgm:pt>
    <dgm:pt modelId="{BA19DE17-BC90-4297-8F1C-61B5CF55346E}" type="pres">
      <dgm:prSet presAssocID="{0BD2B840-246F-4DC5-8535-A2949C6BC339}" presName="comp1" presStyleCnt="0"/>
      <dgm:spPr/>
    </dgm:pt>
    <dgm:pt modelId="{8EA9895D-16B2-432D-94C8-BD458E1E16B7}" type="pres">
      <dgm:prSet presAssocID="{0BD2B840-246F-4DC5-8535-A2949C6BC339}" presName="circle1" presStyleLbl="node1" presStyleIdx="0" presStyleCnt="4"/>
      <dgm:spPr/>
    </dgm:pt>
    <dgm:pt modelId="{C591807F-3833-41FA-BAA9-1B8D7DF0D6AF}" type="pres">
      <dgm:prSet presAssocID="{0BD2B840-246F-4DC5-8535-A2949C6BC339}" presName="c1text" presStyleLbl="node1" presStyleIdx="0" presStyleCnt="4">
        <dgm:presLayoutVars>
          <dgm:bulletEnabled val="1"/>
        </dgm:presLayoutVars>
      </dgm:prSet>
      <dgm:spPr/>
    </dgm:pt>
    <dgm:pt modelId="{11F582C5-3676-4BB3-8974-4C0EDFF2F7C3}" type="pres">
      <dgm:prSet presAssocID="{0BD2B840-246F-4DC5-8535-A2949C6BC339}" presName="comp2" presStyleCnt="0"/>
      <dgm:spPr/>
    </dgm:pt>
    <dgm:pt modelId="{CED80B09-8C72-4469-8133-D65BDBD37A63}" type="pres">
      <dgm:prSet presAssocID="{0BD2B840-246F-4DC5-8535-A2949C6BC339}" presName="circle2" presStyleLbl="node1" presStyleIdx="1" presStyleCnt="4"/>
      <dgm:spPr/>
    </dgm:pt>
    <dgm:pt modelId="{6EF9A664-971D-4957-8C6C-49BA0C5EA378}" type="pres">
      <dgm:prSet presAssocID="{0BD2B840-246F-4DC5-8535-A2949C6BC339}" presName="c2text" presStyleLbl="node1" presStyleIdx="1" presStyleCnt="4">
        <dgm:presLayoutVars>
          <dgm:bulletEnabled val="1"/>
        </dgm:presLayoutVars>
      </dgm:prSet>
      <dgm:spPr/>
    </dgm:pt>
    <dgm:pt modelId="{57483835-E604-4EBF-9801-754BC00973B7}" type="pres">
      <dgm:prSet presAssocID="{0BD2B840-246F-4DC5-8535-A2949C6BC339}" presName="comp3" presStyleCnt="0"/>
      <dgm:spPr/>
    </dgm:pt>
    <dgm:pt modelId="{98E84E31-8E29-4A55-A685-04285C6450E2}" type="pres">
      <dgm:prSet presAssocID="{0BD2B840-246F-4DC5-8535-A2949C6BC339}" presName="circle3" presStyleLbl="node1" presStyleIdx="2" presStyleCnt="4"/>
      <dgm:spPr/>
    </dgm:pt>
    <dgm:pt modelId="{AF548FDD-B6B8-48BE-B1FC-E0869AE40BB0}" type="pres">
      <dgm:prSet presAssocID="{0BD2B840-246F-4DC5-8535-A2949C6BC339}" presName="c3text" presStyleLbl="node1" presStyleIdx="2" presStyleCnt="4">
        <dgm:presLayoutVars>
          <dgm:bulletEnabled val="1"/>
        </dgm:presLayoutVars>
      </dgm:prSet>
      <dgm:spPr/>
    </dgm:pt>
    <dgm:pt modelId="{49FC11F4-7592-4974-B7FE-ADAF51A2F56A}" type="pres">
      <dgm:prSet presAssocID="{0BD2B840-246F-4DC5-8535-A2949C6BC339}" presName="comp4" presStyleCnt="0"/>
      <dgm:spPr/>
    </dgm:pt>
    <dgm:pt modelId="{D4B29BAC-D7D1-410F-A2FC-4765CD984BB0}" type="pres">
      <dgm:prSet presAssocID="{0BD2B840-246F-4DC5-8535-A2949C6BC339}" presName="circle4" presStyleLbl="node1" presStyleIdx="3" presStyleCnt="4"/>
      <dgm:spPr/>
    </dgm:pt>
    <dgm:pt modelId="{A3447A4D-160E-419B-AE7D-0412AA40AF9B}" type="pres">
      <dgm:prSet presAssocID="{0BD2B840-246F-4DC5-8535-A2949C6BC339}" presName="c4text" presStyleLbl="node1" presStyleIdx="3" presStyleCnt="4">
        <dgm:presLayoutVars>
          <dgm:bulletEnabled val="1"/>
        </dgm:presLayoutVars>
      </dgm:prSet>
      <dgm:spPr/>
    </dgm:pt>
  </dgm:ptLst>
  <dgm:cxnLst>
    <dgm:cxn modelId="{A6562227-9590-4965-BE33-7C015193EB56}" type="presOf" srcId="{C4352257-DA36-47C2-9E0D-C83B76577B3F}" destId="{A3447A4D-160E-419B-AE7D-0412AA40AF9B}" srcOrd="1" destOrd="0" presId="urn:microsoft.com/office/officeart/2005/8/layout/venn2"/>
    <dgm:cxn modelId="{186DF128-BFB0-4E3F-979F-1951AAB490FF}" srcId="{0BD2B840-246F-4DC5-8535-A2949C6BC339}" destId="{C84A8252-8247-4010-89CE-C7112D70744E}" srcOrd="1" destOrd="0" parTransId="{76CB92DB-F7AC-4F45-B95C-89A5B10EB8D4}" sibTransId="{70D45630-33C9-4B41-A2BA-DD20DF4E4402}"/>
    <dgm:cxn modelId="{AC08EA2B-8584-4A47-A3C9-920FDD95BDE9}" srcId="{0BD2B840-246F-4DC5-8535-A2949C6BC339}" destId="{76E287F1-DF08-4C31-A0C5-915760605E8C}" srcOrd="2" destOrd="0" parTransId="{35BB9160-AB78-4B1A-ABDF-79D0CBE7F395}" sibTransId="{59ED371B-0887-4EE5-9DBB-315B9D617689}"/>
    <dgm:cxn modelId="{60619466-8F71-4D88-9231-17205C908F41}" type="presOf" srcId="{DA82FF1E-7E59-4641-BA03-74DC75C2C1ED}" destId="{C591807F-3833-41FA-BAA9-1B8D7DF0D6AF}" srcOrd="1" destOrd="0" presId="urn:microsoft.com/office/officeart/2005/8/layout/venn2"/>
    <dgm:cxn modelId="{9B295C69-7EC0-4B3B-A08C-9DF8B50FCE1F}" type="presOf" srcId="{C84A8252-8247-4010-89CE-C7112D70744E}" destId="{6EF9A664-971D-4957-8C6C-49BA0C5EA378}" srcOrd="1" destOrd="0" presId="urn:microsoft.com/office/officeart/2005/8/layout/venn2"/>
    <dgm:cxn modelId="{80DE426B-219A-45B7-85E6-DE0D00EE7798}" type="presOf" srcId="{76E287F1-DF08-4C31-A0C5-915760605E8C}" destId="{98E84E31-8E29-4A55-A685-04285C6450E2}" srcOrd="0" destOrd="0" presId="urn:microsoft.com/office/officeart/2005/8/layout/venn2"/>
    <dgm:cxn modelId="{46FA5D6E-C205-4449-93C2-7CA975EA6CF1}" type="presOf" srcId="{C4352257-DA36-47C2-9E0D-C83B76577B3F}" destId="{D4B29BAC-D7D1-410F-A2FC-4765CD984BB0}" srcOrd="0" destOrd="0" presId="urn:microsoft.com/office/officeart/2005/8/layout/venn2"/>
    <dgm:cxn modelId="{460CF94F-DC6F-456D-958F-B932A8396F04}" srcId="{0BD2B840-246F-4DC5-8535-A2949C6BC339}" destId="{C4352257-DA36-47C2-9E0D-C83B76577B3F}" srcOrd="3" destOrd="0" parTransId="{11F16513-ED98-481D-B43C-5D679C258993}" sibTransId="{E61C7992-C6C1-40AB-9646-2D49386A2BD6}"/>
    <dgm:cxn modelId="{B3361A92-92E7-46E5-AB30-F24002B653D1}" type="presOf" srcId="{76E287F1-DF08-4C31-A0C5-915760605E8C}" destId="{AF548FDD-B6B8-48BE-B1FC-E0869AE40BB0}" srcOrd="1" destOrd="0" presId="urn:microsoft.com/office/officeart/2005/8/layout/venn2"/>
    <dgm:cxn modelId="{7774C9A7-AA60-4434-B97E-6CA76CD40D1F}" type="presOf" srcId="{C84A8252-8247-4010-89CE-C7112D70744E}" destId="{CED80B09-8C72-4469-8133-D65BDBD37A63}" srcOrd="0" destOrd="0" presId="urn:microsoft.com/office/officeart/2005/8/layout/venn2"/>
    <dgm:cxn modelId="{8AC552D9-E0BA-438A-82E3-F51AEE01E8D5}" type="presOf" srcId="{0BD2B840-246F-4DC5-8535-A2949C6BC339}" destId="{E28A2DF5-352C-4F68-B251-AA8021D625FC}" srcOrd="0" destOrd="0" presId="urn:microsoft.com/office/officeart/2005/8/layout/venn2"/>
    <dgm:cxn modelId="{C20C01DA-FA11-42A0-B961-B9B126552029}" srcId="{0BD2B840-246F-4DC5-8535-A2949C6BC339}" destId="{DA82FF1E-7E59-4641-BA03-74DC75C2C1ED}" srcOrd="0" destOrd="0" parTransId="{B6708732-86D6-41FA-99E6-68EBEEAF2110}" sibTransId="{8C6B39ED-1974-4C0E-AD84-35DFAA134508}"/>
    <dgm:cxn modelId="{C252E9E3-0C43-416A-B90C-4D19480ADB86}" type="presOf" srcId="{DA82FF1E-7E59-4641-BA03-74DC75C2C1ED}" destId="{8EA9895D-16B2-432D-94C8-BD458E1E16B7}" srcOrd="0" destOrd="0" presId="urn:microsoft.com/office/officeart/2005/8/layout/venn2"/>
    <dgm:cxn modelId="{0BEAF518-1A34-44A6-B32B-BB1B984B55D5}" type="presParOf" srcId="{E28A2DF5-352C-4F68-B251-AA8021D625FC}" destId="{BA19DE17-BC90-4297-8F1C-61B5CF55346E}" srcOrd="0" destOrd="0" presId="urn:microsoft.com/office/officeart/2005/8/layout/venn2"/>
    <dgm:cxn modelId="{3EC022E0-BBA4-44CD-AB9F-7A13EC40B772}" type="presParOf" srcId="{BA19DE17-BC90-4297-8F1C-61B5CF55346E}" destId="{8EA9895D-16B2-432D-94C8-BD458E1E16B7}" srcOrd="0" destOrd="0" presId="urn:microsoft.com/office/officeart/2005/8/layout/venn2"/>
    <dgm:cxn modelId="{274E5507-3776-4B18-9776-509D53791E20}" type="presParOf" srcId="{BA19DE17-BC90-4297-8F1C-61B5CF55346E}" destId="{C591807F-3833-41FA-BAA9-1B8D7DF0D6AF}" srcOrd="1" destOrd="0" presId="urn:microsoft.com/office/officeart/2005/8/layout/venn2"/>
    <dgm:cxn modelId="{D6BF88DE-75FF-4CD3-BBAF-7105C064517C}" type="presParOf" srcId="{E28A2DF5-352C-4F68-B251-AA8021D625FC}" destId="{11F582C5-3676-4BB3-8974-4C0EDFF2F7C3}" srcOrd="1" destOrd="0" presId="urn:microsoft.com/office/officeart/2005/8/layout/venn2"/>
    <dgm:cxn modelId="{72D72346-FC37-4C06-AD7E-0AD9668F4D91}" type="presParOf" srcId="{11F582C5-3676-4BB3-8974-4C0EDFF2F7C3}" destId="{CED80B09-8C72-4469-8133-D65BDBD37A63}" srcOrd="0" destOrd="0" presId="urn:microsoft.com/office/officeart/2005/8/layout/venn2"/>
    <dgm:cxn modelId="{72EF1488-EA39-435F-A711-D0CB52A63966}" type="presParOf" srcId="{11F582C5-3676-4BB3-8974-4C0EDFF2F7C3}" destId="{6EF9A664-971D-4957-8C6C-49BA0C5EA378}" srcOrd="1" destOrd="0" presId="urn:microsoft.com/office/officeart/2005/8/layout/venn2"/>
    <dgm:cxn modelId="{1B4CF5AB-3D3B-475C-94ED-FADE3BADA2D9}" type="presParOf" srcId="{E28A2DF5-352C-4F68-B251-AA8021D625FC}" destId="{57483835-E604-4EBF-9801-754BC00973B7}" srcOrd="2" destOrd="0" presId="urn:microsoft.com/office/officeart/2005/8/layout/venn2"/>
    <dgm:cxn modelId="{678A9C45-1687-4C0F-AC26-16325A605D11}" type="presParOf" srcId="{57483835-E604-4EBF-9801-754BC00973B7}" destId="{98E84E31-8E29-4A55-A685-04285C6450E2}" srcOrd="0" destOrd="0" presId="urn:microsoft.com/office/officeart/2005/8/layout/venn2"/>
    <dgm:cxn modelId="{171C6BBB-25A0-4608-9573-E4F94E2A95A7}" type="presParOf" srcId="{57483835-E604-4EBF-9801-754BC00973B7}" destId="{AF548FDD-B6B8-48BE-B1FC-E0869AE40BB0}" srcOrd="1" destOrd="0" presId="urn:microsoft.com/office/officeart/2005/8/layout/venn2"/>
    <dgm:cxn modelId="{5D24529E-8071-4B7D-A376-7753B50979C8}" type="presParOf" srcId="{E28A2DF5-352C-4F68-B251-AA8021D625FC}" destId="{49FC11F4-7592-4974-B7FE-ADAF51A2F56A}" srcOrd="3" destOrd="0" presId="urn:microsoft.com/office/officeart/2005/8/layout/venn2"/>
    <dgm:cxn modelId="{06D97647-B579-40DF-BBCB-D0DECF8FDC1B}" type="presParOf" srcId="{49FC11F4-7592-4974-B7FE-ADAF51A2F56A}" destId="{D4B29BAC-D7D1-410F-A2FC-4765CD984BB0}" srcOrd="0" destOrd="0" presId="urn:microsoft.com/office/officeart/2005/8/layout/venn2"/>
    <dgm:cxn modelId="{C1BF2063-96FD-4F01-BD32-3D102FFFF184}" type="presParOf" srcId="{49FC11F4-7592-4974-B7FE-ADAF51A2F56A}" destId="{A3447A4D-160E-419B-AE7D-0412AA40AF9B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3D4641-4E23-4342-B76D-95C0F7984D54}">
      <dsp:nvSpPr>
        <dsp:cNvPr id="0" name=""/>
        <dsp:cNvSpPr/>
      </dsp:nvSpPr>
      <dsp:spPr>
        <a:xfrm rot="16200000">
          <a:off x="963121" y="787532"/>
          <a:ext cx="672649" cy="1019089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133350" rIns="120015" bIns="13335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Veri</a:t>
          </a:r>
        </a:p>
      </dsp:txBody>
      <dsp:txXfrm rot="5400000">
        <a:off x="822743" y="993594"/>
        <a:ext cx="986247" cy="606965"/>
      </dsp:txXfrm>
    </dsp:sp>
    <dsp:sp modelId="{080D83ED-61DD-4CA6-A07B-881A1314B55B}">
      <dsp:nvSpPr>
        <dsp:cNvPr id="0" name=""/>
        <dsp:cNvSpPr/>
      </dsp:nvSpPr>
      <dsp:spPr>
        <a:xfrm rot="5400000">
          <a:off x="2048856" y="787532"/>
          <a:ext cx="631909" cy="1019089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tint val="50000"/>
            <a:hueOff val="91173"/>
            <a:satOff val="-3215"/>
            <a:lumOff val="1086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015" tIns="133350" rIns="80010" bIns="13335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Soru?</a:t>
          </a:r>
        </a:p>
      </dsp:txBody>
      <dsp:txXfrm rot="-5400000">
        <a:off x="1855267" y="1011975"/>
        <a:ext cx="988236" cy="570203"/>
      </dsp:txXfrm>
    </dsp:sp>
    <dsp:sp modelId="{12AEAB2C-8E3C-4503-8116-C62E4D957128}">
      <dsp:nvSpPr>
        <dsp:cNvPr id="0" name=""/>
        <dsp:cNvSpPr/>
      </dsp:nvSpPr>
      <dsp:spPr>
        <a:xfrm>
          <a:off x="1285972" y="353108"/>
          <a:ext cx="1065364" cy="1065313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87FA40-614B-46D5-B08D-F4D5E10BB650}">
      <dsp:nvSpPr>
        <dsp:cNvPr id="0" name=""/>
        <dsp:cNvSpPr/>
      </dsp:nvSpPr>
      <dsp:spPr>
        <a:xfrm rot="10800000">
          <a:off x="1254405" y="1152197"/>
          <a:ext cx="1065364" cy="1065313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accent4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A9895D-16B2-432D-94C8-BD458E1E16B7}">
      <dsp:nvSpPr>
        <dsp:cNvPr id="0" name=""/>
        <dsp:cNvSpPr/>
      </dsp:nvSpPr>
      <dsp:spPr>
        <a:xfrm>
          <a:off x="1163193" y="0"/>
          <a:ext cx="4726500" cy="47265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Veri Bilimi</a:t>
          </a:r>
        </a:p>
      </dsp:txBody>
      <dsp:txXfrm>
        <a:off x="2865679" y="236325"/>
        <a:ext cx="1321529" cy="708975"/>
      </dsp:txXfrm>
    </dsp:sp>
    <dsp:sp modelId="{CED80B09-8C72-4469-8133-D65BDBD37A63}">
      <dsp:nvSpPr>
        <dsp:cNvPr id="0" name=""/>
        <dsp:cNvSpPr/>
      </dsp:nvSpPr>
      <dsp:spPr>
        <a:xfrm>
          <a:off x="1635843" y="945300"/>
          <a:ext cx="3781200" cy="37812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Yapay Zeka</a:t>
          </a:r>
        </a:p>
      </dsp:txBody>
      <dsp:txXfrm>
        <a:off x="2865679" y="1172172"/>
        <a:ext cx="1321529" cy="680616"/>
      </dsp:txXfrm>
    </dsp:sp>
    <dsp:sp modelId="{98E84E31-8E29-4A55-A685-04285C6450E2}">
      <dsp:nvSpPr>
        <dsp:cNvPr id="0" name=""/>
        <dsp:cNvSpPr/>
      </dsp:nvSpPr>
      <dsp:spPr>
        <a:xfrm>
          <a:off x="2108493" y="1890600"/>
          <a:ext cx="2835900" cy="28359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Makine Öğrenmesi</a:t>
          </a:r>
        </a:p>
      </dsp:txBody>
      <dsp:txXfrm>
        <a:off x="2865679" y="2103292"/>
        <a:ext cx="1321529" cy="638077"/>
      </dsp:txXfrm>
    </dsp:sp>
    <dsp:sp modelId="{D4B29BAC-D7D1-410F-A2FC-4765CD984BB0}">
      <dsp:nvSpPr>
        <dsp:cNvPr id="0" name=""/>
        <dsp:cNvSpPr/>
      </dsp:nvSpPr>
      <dsp:spPr>
        <a:xfrm>
          <a:off x="2581143" y="2835900"/>
          <a:ext cx="1890600" cy="18906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Derin Öğrenme</a:t>
          </a:r>
        </a:p>
      </dsp:txBody>
      <dsp:txXfrm>
        <a:off x="2858015" y="3308550"/>
        <a:ext cx="1336856" cy="9453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ReverseList">
  <dgm:title val=""/>
  <dgm:desc val=""/>
  <dgm:catLst>
    <dgm:cat type="relationship" pri="38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clrData>
  <dgm:layoutNode name="Name0">
    <dgm:varLst>
      <dgm:chMax val="2"/>
      <dgm:chPref val="2"/>
      <dgm:animLvl val="lvl"/>
    </dgm:varLst>
    <dgm:choose name="Name1">
      <dgm:if name="Name2" axis="ch" ptType="node" func="cnt" op="lte" val="1">
        <dgm:alg type="composite">
          <dgm:param type="ar" val="0.9993"/>
        </dgm:alg>
      </dgm:if>
      <dgm:else name="Name3">
        <dgm:alg type="composite">
          <dgm:param type="ar" val="0.8036"/>
        </dgm:alg>
      </dgm:else>
    </dgm:choose>
    <dgm:shape xmlns:r="http://schemas.openxmlformats.org/officeDocument/2006/relationships" r:blip="">
      <dgm:adjLst/>
    </dgm:shape>
    <dgm:choose name="Name4">
      <dgm:if name="Name5" axis="ch" ptType="node" func="cnt" op="lte" val="1">
        <dgm:constrLst>
          <dgm:constr type="primFontSz" for="des" ptType="node" op="equ" val="65"/>
          <dgm:constr type="l" for="ch" forName="LeftNode" refType="w" fact="0"/>
          <dgm:constr type="t" for="ch" forName="LeftNode" refType="h" fact="0.25"/>
          <dgm:constr type="w" for="ch" forName="LeftNode" refType="w" fact="0.5"/>
          <dgm:constr type="h" for="ch" forName="LeftNode" refType="h"/>
          <dgm:constr type="l" for="ch" forName="LeftText" refType="w" fact="0"/>
          <dgm:constr type="t" for="ch" forName="LeftText" refType="h" fact="0.25"/>
          <dgm:constr type="w" for="ch" forName="LeftText" refType="w" fact="0.5"/>
          <dgm:constr type="h" for="ch" forName="LeftText" refType="h"/>
        </dgm:constrLst>
      </dgm:if>
      <dgm:else name="Name6">
        <dgm:constrLst>
          <dgm:constr type="primFontSz" for="des" ptType="node" op="equ" val="65"/>
          <dgm:constr type="l" for="ch" forName="LeftNode" refType="w" fact="0"/>
          <dgm:constr type="t" for="ch" forName="LeftNode" refType="h" fact="0.1786"/>
          <dgm:constr type="w" for="ch" forName="LeftNode" refType="w" fact="0.4889"/>
          <dgm:constr type="h" for="ch" forName="LeftNode" refType="h" fact="0.6429"/>
          <dgm:constr type="l" for="ch" forName="LeftText" refType="w" fact="0"/>
          <dgm:constr type="t" for="ch" forName="LeftText" refType="h" fact="0.1786"/>
          <dgm:constr type="w" for="ch" forName="LeftText" refType="w" fact="0.4889"/>
          <dgm:constr type="h" for="ch" forName="LeftText" refType="h" fact="0.6429"/>
          <dgm:constr type="l" for="ch" forName="RightNode" refType="w" fact="0.5111"/>
          <dgm:constr type="t" for="ch" forName="RightNode" refType="h" fact="0.1786"/>
          <dgm:constr type="w" for="ch" forName="RightNode" refType="w" fact="0.4889"/>
          <dgm:constr type="h" for="ch" forName="RightNode" refType="h" fact="0.6429"/>
          <dgm:constr type="l" for="ch" forName="RightText" refType="w" fact="0.5111"/>
          <dgm:constr type="t" for="ch" forName="RightText" refType="h" fact="0.1786"/>
          <dgm:constr type="w" for="ch" forName="RightText" refType="w" fact="0.4889"/>
          <dgm:constr type="h" for="ch" forName="RightText" refType="h" fact="0.6429"/>
          <dgm:constr type="l" for="ch" forName="TopArrow" refType="w" fact="0.2444"/>
          <dgm:constr type="t" for="ch" forName="TopArrow" refType="h" fact="0"/>
          <dgm:constr type="w" for="ch" forName="TopArrow" refType="w" fact="0.5111"/>
          <dgm:constr type="h" for="ch" forName="TopArrow" refType="h" fact="0.4107"/>
          <dgm:constr type="l" for="ch" forName="BottomArrow" refType="w" fact="0.2444"/>
          <dgm:constr type="t" for="ch" forName="BottomArrow" refType="h" fact="0.5893"/>
          <dgm:constr type="w" for="ch" forName="BottomArrow" refType="w" fact="0.5111"/>
          <dgm:constr type="h" for="ch" forName="BottomArrow" refType="h" fact="0.4107"/>
        </dgm:constrLst>
      </dgm:else>
    </dgm:choose>
    <dgm:choose name="Name7">
      <dgm:if name="Name8" axis="ch" ptType="node" func="cnt" op="gte" val="1">
        <dgm:layoutNode name="LeftText" styleLbl="revTx" moveWith="LeftNode">
          <dgm:varLst>
            <dgm:bulletEnabled val="1"/>
          </dgm:varLst>
          <dgm:alg type="tx">
            <dgm:param type="txAnchorVert" val="t"/>
            <dgm:param type="parTxLTRAlign" val="l"/>
          </dgm:alg>
          <dgm:choose name="Name9">
            <dgm:if name="Name10" axis="ch" ptType="node" func="cnt" op="lte" val="1">
              <dgm:shape xmlns:r="http://schemas.openxmlformats.org/officeDocument/2006/relationships" type="round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5"/>
                <dgm:constr type="bMarg" refType="primFontSz" fact="0.5"/>
              </dgm:constrLst>
            </dgm:if>
            <dgm:else name="Name11">
              <dgm:shape xmlns:r="http://schemas.openxmlformats.org/officeDocument/2006/relationships" rot="27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45"/>
                <dgm:constr type="tMarg" refType="primFontSz" fact="0.5"/>
                <dgm:constr type="bMarg" refType="primFontSz" fact="0.5"/>
              </dgm:constrLst>
            </dgm:else>
          </dgm:choose>
          <dgm:ruleLst>
            <dgm:rule type="primFontSz" val="5" fact="NaN" max="NaN"/>
          </dgm:ruleLst>
        </dgm:layoutNode>
        <dgm:layoutNode name="LeftNode" styleLbl="bgImgPlace1">
          <dgm:varLst>
            <dgm:chMax val="2"/>
            <dgm:chPref val="2"/>
          </dgm:varLst>
          <dgm:alg type="sp"/>
          <dgm:choose name="Name12">
            <dgm:if name="Name13" axis="ch" ptType="node" func="cnt" op="lte" val="1">
              <dgm:shape xmlns:r="http://schemas.openxmlformats.org/officeDocument/2006/relationships" type="roundRect" r:blip="">
                <dgm:adjLst>
                  <dgm:adj idx="1" val="0.1667"/>
                  <dgm:adj idx="2" val="0"/>
                </dgm:adjLst>
              </dgm:shape>
            </dgm:if>
            <dgm:else name="Name14">
              <dgm:shape xmlns:r="http://schemas.openxmlformats.org/officeDocument/2006/relationships" rot="270" type="round2SameRect" r:blip="">
                <dgm:adjLst>
                  <dgm:adj idx="1" val="0.1667"/>
                  <dgm:adj idx="2" val="0"/>
                </dgm:adjLst>
              </dgm:shape>
            </dgm:else>
          </dgm:choose>
          <dgm:presOf axis="ch desOrSelf" ptType="node node" st="1 1" cnt="1 0"/>
        </dgm:layoutNode>
        <dgm:choose name="Name15">
          <dgm:if name="Name16" axis="ch" ptType="node" func="cnt" op="gte" val="2">
            <dgm:layoutNode name="RightText" styleLbl="revTx" moveWith="RightNode">
              <dgm:varLst>
                <dgm:bulletEnabled val="1"/>
              </dgm:varLst>
              <dgm:alg type="tx">
                <dgm:param type="txAnchorVert" val="t"/>
                <dgm:param type="parTxLTRAlign" val="l"/>
              </dgm:alg>
              <dgm:shape xmlns:r="http://schemas.openxmlformats.org/officeDocument/2006/relationships" rot="9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  <dgm:constrLst>
                <dgm:constr type="lMarg" refType="primFontSz" fact="0.45"/>
                <dgm:constr type="rMarg" refType="primFontSz" fact="0.3"/>
                <dgm:constr type="tMarg" refType="primFontSz" fact="0.5"/>
                <dgm:constr type="bMarg" refType="primFontSz" fact="0.5"/>
              </dgm:constrLst>
              <dgm:ruleLst>
                <dgm:rule type="primFontSz" val="5" fact="NaN" max="NaN"/>
              </dgm:ruleLst>
            </dgm:layoutNode>
            <dgm:layoutNode name="RightNode" styleLbl="bgImgPlace1">
              <dgm:varLst>
                <dgm:chMax val="0"/>
                <dgm:chPref val="0"/>
              </dgm:varLst>
              <dgm:alg type="sp"/>
              <dgm:shape xmlns:r="http://schemas.openxmlformats.org/officeDocument/2006/relationships" rot="90" type="round2SameRect" r:blip="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</dgm:layoutNode>
            <dgm:layoutNode name="TopArrow">
              <dgm:alg type="sp"/>
              <dgm:shape xmlns:r="http://schemas.openxmlformats.org/officeDocument/2006/relationships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  <dgm:layoutNode name="BottomArrow">
              <dgm:alg type="sp"/>
              <dgm:shape xmlns:r="http://schemas.openxmlformats.org/officeDocument/2006/relationships" rot="180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</dgm:if>
          <dgm:else name="Name17"/>
        </dgm:choose>
      </dgm:if>
      <dgm:else name="Name1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17CE6-7691-1D44-BFCD-FBDB21CEC9EE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6B6A7-E5EE-9F46-B37F-4F4A11B89C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205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09E36-94EE-1617-08A7-6C7D993D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BDB1B3B3-1C2C-DCCF-E936-FE3F326E8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1898D103-E9BA-1A64-C185-E2F5E7A5FBD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91B1F5D-A22F-3AD1-9B07-60942A7084FF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738270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572B0-E860-8972-FDC4-DA6B3967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D48F6ECE-9532-BDA9-46EB-BDDD3B782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38FAEEF2-E607-EB50-1156-4ABF02FE494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290C9A3-9A83-B2AD-D318-6A96AC4B0C4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844028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D80E-FB76-9492-9507-5E6FBAD6F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DB1A52A-D28E-EDCA-2801-62A1FB175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C76E5DA2-78D5-378B-27F7-A136B5F4D04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7EA7E265-A9D2-402A-D284-1407F9984138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87725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2B60-8D71-6547-0447-0F4D360E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6826F913-ED32-007B-4832-9CFFC7102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5EF36BB2-88F8-FE06-EB97-879B3D3268C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1BD8FAEC-90DB-E22C-55F3-B9CE51D1CB3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781710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0F13-9DC6-9B9C-0043-19B099AE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36B2B9C5-80EC-2C52-C297-345719095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8549B25C-97DA-A2C5-501E-3C226C14F0A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A9D08AFC-E3B5-0910-82DE-40EFBBA213FE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468883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4250-5D15-4CC1-B8D2-373C48BF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4A7A7DB-29DE-9346-329F-87A78E764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B625A0C5-1EFA-147E-FB35-4AF43A99C84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AFE7FC82-7DA1-93B7-21AB-1CD76BF7115C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617274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3C1F98-1119-C439-00BD-18D153B3D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E467180-72F0-39B8-F998-F4A5D07B7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EB0F375-6A7F-B2AC-43E3-6D283B42D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5BF1446-34BB-DE9B-6057-B70A1806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9A0B88A-7EC8-9E63-E053-87560A62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52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63D46E-655B-6170-DBBB-4B669A5B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5CD077-2903-98CA-45B4-ECFC550D0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7386F9E-162C-A576-0C85-53943F4E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B9E3EC-65D0-EC98-7233-7D41EBBE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671E9E-92CF-5A56-F769-8B8969BE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294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BA7758-DAB9-1395-4A5A-F80F321E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4C887AC-FC3B-B1E5-2926-B067CAB6E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4C5FF56-5069-F0B5-5CF0-6CBBC46A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8805D18-4372-9C64-89D4-7A8DDEBDC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06D69AD-13AF-389D-E853-95FA0A0C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647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F35925-7E1E-2287-1352-59178507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1851F6-7A7A-6E88-1E53-606D56D55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61954B8-7DE3-6B66-A7E8-08A63AB1C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F20451A-36FC-3AA7-84C4-244FC4E2F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7BC83CF-3CC8-95DE-C3A2-0680F60B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C8F2665-0A9E-8590-EF98-C16BA72E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675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AC4E4E-8BE2-DEC0-E365-5078747E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15D230D-2C51-02CB-7151-E875F4C6C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681F9EF-8878-8DB0-4599-6A834DA16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EF08185-6E0D-5E85-EC09-E24D66A34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17883B8-14C9-0340-AD3F-70ADE46A1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AA7A2FC-1B82-20AA-1602-116B81E4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6345A09-BA9B-2C43-511E-D9F908ED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401C95A-D624-46B0-3CC2-18610711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008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C4A1A8-BF08-B1D9-F77F-F49C2CF3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FA4AC1D-6BD7-0EC2-1CCF-DF3A49A90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3A6C47A-43F7-3949-A814-160C2AF6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687BC2B-3F29-A25E-93FD-4C073D1A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700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769AAA0-E794-2F8F-765B-824DAF8B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0F89A9F-05DF-5A8E-DC4C-B7635FC0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1C2C56-E87A-7900-F003-9C641B08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334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FC8109-EE00-B155-30F8-63C9C7FF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58347D-60C4-B4C8-5D7D-8900F44C3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3FA6D19-A7F4-EA9A-2AA8-2ADB91FFD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A748957-D466-F5CE-6BB9-2DA93390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DA5C434-F004-FF0C-1901-F5AFB8A0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F0D13E1-36E5-72E6-3925-8AEF674D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895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0D9076-C997-CBF9-CDC7-A1C5AA28E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1B92ECE-FCB0-799C-907D-78FC2C9D5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143142D-C3EB-F70D-EFFC-2A9BB3751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7620682-F828-68E1-003B-1CB7BF88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B673E6B-3B26-843A-20FF-46A3E1BF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3360880-60B9-1DD7-EA8E-CB14CFF9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408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844853-D4F4-1E74-DC56-938C0A430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55D4F98-F8F1-B381-5285-3C2B21AD4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D404763-B084-F8CB-ADEA-497DC532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A1BF1F5-C726-3D41-51A4-2A9D2DB0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D07E755-360C-989D-9414-90F36D06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37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18E9149-40D7-73BC-FA1F-B4513188E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BA61250-8B56-D081-2E2F-BC6CDFD35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79F877B-DED1-17B5-C22B-1C883530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D67B3E1-C7F2-F4EC-7A76-43B31AAC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0C6A285-490B-5629-98A4-CD11E153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07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76ED70B6-FC5C-6925-B232-E6FBBEF5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199B80D-6DE3-A0CC-27B6-114BBCACC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105A4A2-2803-63CE-E845-997F7C648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BF425-2C81-E94D-AFD5-88E868AB882D}" type="datetimeFigureOut">
              <a:rPr lang="tr-TR" smtClean="0"/>
              <a:t>7.09.2025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A2D3FC-8398-78D1-16F4-5D72E3537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36319BD-BE54-B922-EC24-CFFE55BC4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613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5" Type="http://schemas.openxmlformats.org/officeDocument/2006/relationships/image" Target="../media/image2.png"/><Relationship Id="rId10" Type="http://schemas.microsoft.com/office/2007/relationships/diagramDrawing" Target="../diagrams/drawing1.xml"/><Relationship Id="rId4" Type="http://schemas.openxmlformats.org/officeDocument/2006/relationships/image" Target="../media/image1.emf"/><Relationship Id="rId9" Type="http://schemas.openxmlformats.org/officeDocument/2006/relationships/diagramColors" Target="../diagrams/colors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2.xml"/><Relationship Id="rId5" Type="http://schemas.openxmlformats.org/officeDocument/2006/relationships/image" Target="../media/image2.png"/><Relationship Id="rId10" Type="http://schemas.microsoft.com/office/2007/relationships/diagramDrawing" Target="../diagrams/drawing2.xml"/><Relationship Id="rId4" Type="http://schemas.openxmlformats.org/officeDocument/2006/relationships/image" Target="../media/image1.emf"/><Relationship Id="rId9" Type="http://schemas.openxmlformats.org/officeDocument/2006/relationships/diagramColors" Target="../diagrams/colors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C460D-4B4E-3BF3-C7F5-24CA8B23F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reeform 9">
            <a:extLst>
              <a:ext uri="{FF2B5EF4-FFF2-40B4-BE49-F238E27FC236}">
                <a16:creationId xmlns:a16="http://schemas.microsoft.com/office/drawing/2014/main" id="{881C6781-B144-B9A2-D281-8343A7708A0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" name="Freeform 10">
            <a:extLst>
              <a:ext uri="{FF2B5EF4-FFF2-40B4-BE49-F238E27FC236}">
                <a16:creationId xmlns:a16="http://schemas.microsoft.com/office/drawing/2014/main" id="{7FC75BF2-BA8B-B1EE-D464-AD5CE6157D82}"/>
              </a:ext>
            </a:extLst>
          </p:cNvPr>
          <p:cNvSpPr/>
          <p:nvPr/>
        </p:nvSpPr>
        <p:spPr>
          <a:xfrm>
            <a:off x="1444680" y="741600"/>
            <a:ext cx="93240" cy="447120"/>
          </a:xfrm>
          <a:custGeom>
            <a:avLst/>
            <a:gdLst>
              <a:gd name="textAreaLeft" fmla="*/ 0 w 93240"/>
              <a:gd name="textAreaRight" fmla="*/ 93600 w 93240"/>
              <a:gd name="textAreaTop" fmla="*/ 0 h 447120"/>
              <a:gd name="textAreaBottom" fmla="*/ 447480 h 447120"/>
            </a:gdLst>
            <a:ahLst/>
            <a:cxnLst/>
            <a:rect l="textAreaLeft" t="textAreaTop" r="textAreaRight" b="textAreaBottom"/>
            <a:pathLst>
              <a:path w="118" h="564">
                <a:moveTo>
                  <a:pt x="118" y="0"/>
                </a:moveTo>
                <a:lnTo>
                  <a:pt x="0" y="126"/>
                </a:lnTo>
                <a:lnTo>
                  <a:pt x="0" y="564"/>
                </a:lnTo>
                <a:lnTo>
                  <a:pt x="118" y="452"/>
                </a:lnTo>
                <a:lnTo>
                  <a:pt x="11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1" name="Freeform 17">
            <a:extLst>
              <a:ext uri="{FF2B5EF4-FFF2-40B4-BE49-F238E27FC236}">
                <a16:creationId xmlns:a16="http://schemas.microsoft.com/office/drawing/2014/main" id="{44DF1DA5-B0CD-E185-B64F-9CCF9708F3B9}"/>
              </a:ext>
            </a:extLst>
          </p:cNvPr>
          <p:cNvSpPr/>
          <p:nvPr/>
        </p:nvSpPr>
        <p:spPr>
          <a:xfrm>
            <a:off x="3400200" y="784440"/>
            <a:ext cx="604440" cy="704520"/>
          </a:xfrm>
          <a:custGeom>
            <a:avLst/>
            <a:gdLst>
              <a:gd name="textAreaLeft" fmla="*/ 0 w 604440"/>
              <a:gd name="textAreaRight" fmla="*/ 604800 w 604440"/>
              <a:gd name="textAreaTop" fmla="*/ 0 h 704520"/>
              <a:gd name="textAreaBottom" fmla="*/ 704880 h 704520"/>
            </a:gdLst>
            <a:ahLst/>
            <a:cxnLst/>
            <a:rect l="textAreaLeft" t="textAreaTop" r="textAreaRight" b="textAreaBottom"/>
            <a:pathLst>
              <a:path w="762" h="888">
                <a:moveTo>
                  <a:pt x="524" y="888"/>
                </a:moveTo>
                <a:lnTo>
                  <a:pt x="188" y="446"/>
                </a:lnTo>
                <a:lnTo>
                  <a:pt x="188" y="888"/>
                </a:lnTo>
                <a:lnTo>
                  <a:pt x="0" y="888"/>
                </a:lnTo>
                <a:lnTo>
                  <a:pt x="0" y="0"/>
                </a:lnTo>
                <a:lnTo>
                  <a:pt x="188" y="0"/>
                </a:lnTo>
                <a:lnTo>
                  <a:pt x="188" y="426"/>
                </a:lnTo>
                <a:lnTo>
                  <a:pt x="536" y="0"/>
                </a:lnTo>
                <a:lnTo>
                  <a:pt x="760" y="0"/>
                </a:lnTo>
                <a:lnTo>
                  <a:pt x="404" y="434"/>
                </a:lnTo>
                <a:lnTo>
                  <a:pt x="762" y="888"/>
                </a:lnTo>
                <a:lnTo>
                  <a:pt x="524" y="88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5E3C7982-CE74-4234-847F-0C02E7B1D311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C24DC6C6-86C9-32E2-53B9-9097FE2D769D}"/>
              </a:ext>
            </a:extLst>
          </p:cNvPr>
          <p:cNvSpPr txBox="1"/>
          <p:nvPr/>
        </p:nvSpPr>
        <p:spPr>
          <a:xfrm>
            <a:off x="1360279" y="2807368"/>
            <a:ext cx="947120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Kavramsal Çerçeve (</a:t>
            </a:r>
            <a:r>
              <a:rPr lang="tr-TR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Yapay Zeka</a:t>
            </a:r>
            <a:r>
              <a:rPr lang="it-IT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tr-TR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Makine Öğrenmesi</a:t>
            </a:r>
            <a:r>
              <a:rPr lang="it-IT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tr-TR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Derin Öğrenme</a:t>
            </a:r>
            <a:r>
              <a:rPr lang="it-IT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tr-TR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 Bilimi</a:t>
            </a:r>
            <a:r>
              <a:rPr lang="it-IT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tr-TR" sz="5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910D51CB-65F7-AD5C-39A0-70465E73AE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1091976" y="400513"/>
            <a:ext cx="628745" cy="400110"/>
          </a:xfrm>
          <a:prstGeom prst="rect">
            <a:avLst/>
          </a:prstGeom>
        </p:spPr>
      </p:pic>
      <p:pic>
        <p:nvPicPr>
          <p:cNvPr id="5" name="Resim 4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55EBB53-A9D9-3347-45EF-8F68AD7AA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79" y="400513"/>
            <a:ext cx="891484" cy="32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05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7F52F-9264-CB08-9BCB-49CB0D6A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058C49FF-7A39-7D9C-CEF8-F502CB044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A3390EDF-A3E9-9337-7085-25087B9A063D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DC69367B-7AE5-CF43-37BD-49E83800FA0A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2AEEB65-F45A-1F07-5DE8-1AFAE79E990A}"/>
              </a:ext>
            </a:extLst>
          </p:cNvPr>
          <p:cNvSpPr txBox="1"/>
          <p:nvPr/>
        </p:nvSpPr>
        <p:spPr>
          <a:xfrm>
            <a:off x="380779" y="341490"/>
            <a:ext cx="497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Makine Öğrenmesi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F8F5766-63DB-50E5-3AE3-FD3CF88DD16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8F8168C5-0959-406B-F3AB-1F23C73FF6C9}"/>
              </a:ext>
            </a:extLst>
          </p:cNvPr>
          <p:cNvSpPr txBox="1"/>
          <p:nvPr/>
        </p:nvSpPr>
        <p:spPr>
          <a:xfrm>
            <a:off x="5655772" y="2799785"/>
            <a:ext cx="49377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İstatiksel modeller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SVM, Karar Ağaçları, K-</a:t>
            </a:r>
            <a:r>
              <a:rPr lang="tr-TR" sz="15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Means</a:t>
            </a: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Regresyon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Denetimli, Denetimsiz Öğrenme</a:t>
            </a: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BAC6C96-A244-B061-3F5B-339FD40EF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D862E5E9-E812-1820-4EDD-C2BD48E1A2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5120" y="2528887"/>
            <a:ext cx="2533650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6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1732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F3980-68AA-E2EC-424E-1E9550A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8A6242F3-F998-A439-181F-B8D880559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8A67E39-92C2-C9C5-4DCB-55B82E51BBB2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74E85B3E-5A9F-46B2-B9CD-B62B51E2BBD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0E5F59B-C142-8C57-4B5A-40866C121D32}"/>
              </a:ext>
            </a:extLst>
          </p:cNvPr>
          <p:cNvSpPr txBox="1"/>
          <p:nvPr/>
        </p:nvSpPr>
        <p:spPr>
          <a:xfrm>
            <a:off x="380779" y="341490"/>
            <a:ext cx="497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Derin Öğrenme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16799E9-60DF-BAB2-99F6-720C8404792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595A1E61-7C8E-5195-FC3F-D0073717138F}"/>
              </a:ext>
            </a:extLst>
          </p:cNvPr>
          <p:cNvSpPr txBox="1"/>
          <p:nvPr/>
        </p:nvSpPr>
        <p:spPr>
          <a:xfrm>
            <a:off x="5655772" y="2799785"/>
            <a:ext cx="493776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Sinir ağları kullanır.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Büyük veri + Güçlü Donanım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gerekir.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Popüler Kütüphaneler: </a:t>
            </a:r>
            <a:r>
              <a:rPr lang="tr-TR" sz="15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Tensorflow</a:t>
            </a:r>
            <a:r>
              <a:rPr lang="tr-T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tr-TR" sz="15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30F3E71-849D-A3C4-AF16-315ED0C52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33B55AA5-C959-1A1F-A190-849AE3D5F2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5120" y="2528887"/>
            <a:ext cx="2533650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5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5B7E0-8BD4-89A7-C832-0AB3FD5A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E9D1966C-02BB-2F23-598F-D2115ADAC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6C290FF-CD5B-4772-6D81-625245164EF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A6FBF17C-19B7-B530-8352-3F115D78FB2C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77696E4-74DF-E361-4E42-1D329A30D246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Yapay Zeka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256BD1C-BCC2-7340-F65A-6DCD04692E5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055F1E8D-81E0-F1FB-AF99-4CA6118697FD}"/>
              </a:ext>
            </a:extLst>
          </p:cNvPr>
          <p:cNvSpPr txBox="1"/>
          <p:nvPr/>
        </p:nvSpPr>
        <p:spPr>
          <a:xfrm>
            <a:off x="6369688" y="2799785"/>
            <a:ext cx="416290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Makine Öğrenmesi ⮕ Yapay </a:t>
            </a: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Zeka’nın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bir parçası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Yapay Zeka  ⮕ insan zekâsını taklit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Örnek: robotik, bilgisayarlı görü, sesli asistan</a:t>
            </a: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D4640C6-1C8A-4ACC-B55F-B5556F4A1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AE01CB09-31CA-4DBE-963D-3927DDD842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9403" y="2422676"/>
            <a:ext cx="3863785" cy="201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2B684-E3C2-D820-2168-D9083BDB6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E90B9EDD-833F-1F4A-F36F-A0B0D96A1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64FB6BBB-CD55-B218-4CCB-58AF7B1167C9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B21AA857-0236-38FF-4FC9-20E578A09D59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28B80504-6E12-8D29-3FCC-EAFBCB6FC454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 Bilimi 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F70CEDF-C04C-B98C-EF72-6CDC86DFDA7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CD16875-9F2A-9CD3-A60A-2A09A1CBB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9FAC6837-250E-AD9A-5799-950DE922279B}"/>
              </a:ext>
            </a:extLst>
          </p:cNvPr>
          <p:cNvSpPr txBox="1"/>
          <p:nvPr/>
        </p:nvSpPr>
        <p:spPr>
          <a:xfrm>
            <a:off x="3046615" y="3248490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r-TR" dirty="0"/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20698371-C207-40B1-A631-C3658D1B83E5}"/>
              </a:ext>
            </a:extLst>
          </p:cNvPr>
          <p:cNvSpPr txBox="1"/>
          <p:nvPr/>
        </p:nvSpPr>
        <p:spPr>
          <a:xfrm>
            <a:off x="6093229" y="2925324"/>
            <a:ext cx="41629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n-NO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Amaç: veriden 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bilgi</a:t>
            </a:r>
            <a:r>
              <a:rPr lang="nn-NO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elde etmek</a:t>
            </a: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Excel, görselleştirme araçları da yeterli olabilir</a:t>
            </a:r>
          </a:p>
        </p:txBody>
      </p:sp>
      <p:graphicFrame>
        <p:nvGraphicFramePr>
          <p:cNvPr id="3" name="Diyagram 2">
            <a:extLst>
              <a:ext uri="{FF2B5EF4-FFF2-40B4-BE49-F238E27FC236}">
                <a16:creationId xmlns:a16="http://schemas.microsoft.com/office/drawing/2014/main" id="{6206F0A5-F530-6999-C3BB-BF17C76BE1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0608378"/>
              </p:ext>
            </p:extLst>
          </p:nvPr>
        </p:nvGraphicFramePr>
        <p:xfrm>
          <a:off x="1725120" y="2136208"/>
          <a:ext cx="3664258" cy="2593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4264568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9F35-15F7-D2C3-2618-F6CEB2DF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D69EE04B-149B-23B0-C2C2-CA32D186F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E677E1E3-9A2E-DFA1-B648-4F6427D934CA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2EEA832F-F5AC-2888-7495-8ED9938B65A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D45BFEC4-E241-A325-3671-CE889337DA7A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/>
              <a:t>Kavramların Hiyerarşisi</a:t>
            </a:r>
            <a:endParaRPr lang="tr-TR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DA726276-0023-743D-27E2-998C01CF606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222EFD7-54B6-6B60-667B-885E4287A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graphicFrame>
        <p:nvGraphicFramePr>
          <p:cNvPr id="18" name="Diyagram 17">
            <a:extLst>
              <a:ext uri="{FF2B5EF4-FFF2-40B4-BE49-F238E27FC236}">
                <a16:creationId xmlns:a16="http://schemas.microsoft.com/office/drawing/2014/main" id="{34C769A5-2CDF-00AA-A0B2-BAC0090B9A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5217553"/>
              </p:ext>
            </p:extLst>
          </p:nvPr>
        </p:nvGraphicFramePr>
        <p:xfrm>
          <a:off x="2569556" y="1059782"/>
          <a:ext cx="7052888" cy="4726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573585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108</Words>
  <Application>Microsoft Office PowerPoint</Application>
  <PresentationFormat>Geniş ekran</PresentationFormat>
  <Paragraphs>36</Paragraphs>
  <Slides>6</Slides>
  <Notes>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Times New Roman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Mahmut İbrahim AYKAÇ</dc:creator>
  <cp:lastModifiedBy>SemihAcmali</cp:lastModifiedBy>
  <cp:revision>32</cp:revision>
  <dcterms:created xsi:type="dcterms:W3CDTF">2025-05-08T09:17:15Z</dcterms:created>
  <dcterms:modified xsi:type="dcterms:W3CDTF">2025-09-07T20:41:45Z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odilabelclass">
    <vt:lpwstr>id_classification_Kapsamdisi=0ef0d4bf-59b8-4ae6-bbc0-fafde041157b</vt:lpwstr>
  </property>
  <property fmtid="{D5CDD505-2E9C-101B-9397-08002B2CF9AE}" pid="3" name="geodilabeluser">
    <vt:lpwstr>user=zeynep.can</vt:lpwstr>
  </property>
  <property fmtid="{D5CDD505-2E9C-101B-9397-08002B2CF9AE}" pid="4" name="geodilabeltime">
    <vt:lpwstr>datetime=2025-06-30T10:33:33.658Z</vt:lpwstr>
  </property>
</Properties>
</file>