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8" r:id="rId2"/>
    <p:sldId id="282" r:id="rId3"/>
    <p:sldId id="296" r:id="rId4"/>
    <p:sldId id="297" r:id="rId5"/>
    <p:sldId id="298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46" d="100"/>
          <a:sy n="46" d="100"/>
        </p:scale>
        <p:origin x="3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0F13-9DC6-9B9C-0043-19B099A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36B2B9C5-80EC-2C52-C297-3457190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8549B25C-97DA-A2C5-501E-3C226C14F0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9D08AFC-E3B5-0910-82DE-40EFBBA213FE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888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5.09.2025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Zeka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Giriş: Yapay Zeka Hayatımızda Nerede? 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655772" y="2799785"/>
            <a:ext cx="49377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Telefon, çeviri, öneri sistemleri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Oyunlar, bankacılık, görüntü/ses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‘’ Görünmez’’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ama her yerde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33B55AA5-C959-1A1F-A190-849AE3D5F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528887"/>
            <a:ext cx="25336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Zeka’nın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Özündeki 3 Yeti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369688" y="2799785"/>
            <a:ext cx="416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Genelleme: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Yeni duruma uygun tepki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Akıl Yürütme: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Seçenekler arasında mantıklı karar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Çözme: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Girdi → Çözüm üretme</a:t>
            </a: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AE01CB09-31CA-4DBE-963D-3927DDD84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403" y="2422676"/>
            <a:ext cx="3863785" cy="201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B684-E3C2-D820-2168-D9083BDB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0B9EDD-833F-1F4A-F36F-A0B0D96A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64FB6BBB-CD55-B218-4CCB-58AF7B1167C9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B21AA857-0236-38FF-4FC9-20E578A09D59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8B80504-6E12-8D29-3FCC-EAFBCB6FC454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Zayıf(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YP </a:t>
            </a:r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Güçlü(General) YP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F70CEDF-C04C-B98C-EF72-6CDC86DF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CD16875-9F2A-9CD3-A60A-2A09A1CBB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9FAC6837-250E-AD9A-5799-950DE922279B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1B47BB9B-7541-A579-BC4C-D8D34708C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681" y="2491812"/>
            <a:ext cx="3966757" cy="1862441"/>
          </a:xfrm>
          <a:prstGeom prst="rect">
            <a:avLst/>
          </a:prstGeom>
        </p:spPr>
      </p:pic>
      <p:sp>
        <p:nvSpPr>
          <p:cNvPr id="24" name="Metin kutusu 23">
            <a:extLst>
              <a:ext uri="{FF2B5EF4-FFF2-40B4-BE49-F238E27FC236}">
                <a16:creationId xmlns:a16="http://schemas.microsoft.com/office/drawing/2014/main" id="{20698371-C207-40B1-A631-C3658D1B83E5}"/>
              </a:ext>
            </a:extLst>
          </p:cNvPr>
          <p:cNvSpPr txBox="1"/>
          <p:nvPr/>
        </p:nvSpPr>
        <p:spPr>
          <a:xfrm>
            <a:off x="6542995" y="2648326"/>
            <a:ext cx="41629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n-NO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Zayıf AI: </a:t>
            </a:r>
            <a:r>
              <a:rPr lang="nn-NO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 görevde ustalık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Güçlü AI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İnsan benzeri genel zeka (kuramsal)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Örnekler: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ustası ≠ satranç, </a:t>
            </a:r>
          </a:p>
          <a:p>
            <a:pPr algn="ctr"/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asistanlar ≠ her şeyi bilen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56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45BFEC4-E241-A325-3671-CE889337DA7A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Sınırlar ve sorumluluklar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1FF497B-D9D9-DDA3-E805-A2A342DCA807}"/>
              </a:ext>
            </a:extLst>
          </p:cNvPr>
          <p:cNvSpPr txBox="1"/>
          <p:nvPr/>
        </p:nvSpPr>
        <p:spPr>
          <a:xfrm>
            <a:off x="6309722" y="2684368"/>
            <a:ext cx="41629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kalitesi / önyargı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→ adalet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Hesaplama maliyeti → sürdürülebilirlik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Açıklanabilirlik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izlenebilirlik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DF2A1269-56A0-8479-02E0-E0EAD82CB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236" y="2173104"/>
            <a:ext cx="4367397" cy="24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118</Words>
  <Application>Microsoft Office PowerPoint</Application>
  <PresentationFormat>Geniş ekran</PresentationFormat>
  <Paragraphs>31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29</cp:revision>
  <dcterms:created xsi:type="dcterms:W3CDTF">2025-05-08T09:17:15Z</dcterms:created>
  <dcterms:modified xsi:type="dcterms:W3CDTF">2025-09-05T20:30:51Z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