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78" r:id="rId2"/>
    <p:sldId id="299" r:id="rId3"/>
    <p:sldId id="282" r:id="rId4"/>
    <p:sldId id="296" r:id="rId5"/>
    <p:sldId id="298" r:id="rId6"/>
    <p:sldId id="300" r:id="rId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46" d="100"/>
          <a:sy n="46" d="100"/>
        </p:scale>
        <p:origin x="38" y="9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B17CE6-7691-1D44-BFCD-FBDB21CEC9EE}" type="datetimeFigureOut">
              <a:rPr lang="tr-TR" smtClean="0"/>
              <a:t>30.09.2025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26B6A7-E5EE-9F46-B37F-4F4A11B89CB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22052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09E36-94EE-1617-08A7-6C7D993D8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BDB1B3B3-1C2C-DCCF-E936-FE3F326E8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1898D103-E9BA-1A64-C185-E2F5E7A5FBD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E91B1F5D-A22F-3AD1-9B07-60942A7084FF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738270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572B0-E860-8972-FDC4-DA6B3967B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D48F6ECE-9532-BDA9-46EB-BDDD3B782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38FAEEF2-E607-EB50-1156-4ABF02FE494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E290C9A3-9A83-B2AD-D318-6A96AC4B0C42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844028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8D80E-FB76-9492-9507-5E6FBAD6F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7DB1A52A-D28E-EDCA-2801-62A1FB1758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C76E5DA2-78D5-378B-27F7-A136B5F4D04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7EA7E265-A9D2-402A-D284-1407F9984138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3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187725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52B60-8D71-6547-0447-0F4D360E1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6826F913-ED32-007B-4832-9CFFC7102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5EF36BB2-88F8-FE06-EB97-879B3D3268C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1BD8FAEC-90DB-E22C-55F3-B9CE51D1CB32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4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781710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04250-5D15-4CC1-B8D2-373C48BFF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74A7A7DB-29DE-9346-329F-87A78E764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B625A0C5-1EFA-147E-FB35-4AF43A99C84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AFE7FC82-7DA1-93B7-21AB-1CD76BF7115C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5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617274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B2634-1B4B-53B1-97B6-35563C179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>
            <a:extLst>
              <a:ext uri="{FF2B5EF4-FFF2-40B4-BE49-F238E27FC236}">
                <a16:creationId xmlns:a16="http://schemas.microsoft.com/office/drawing/2014/main" id="{CA6A7F68-794F-6469-22DB-5C4808CA28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>
            <a:extLst>
              <a:ext uri="{FF2B5EF4-FFF2-40B4-BE49-F238E27FC236}">
                <a16:creationId xmlns:a16="http://schemas.microsoft.com/office/drawing/2014/main" id="{C92D728B-8480-3FA4-BFED-7E9B88ABF3B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tr-TR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5" name="PlaceHolder 3">
            <a:extLst>
              <a:ext uri="{FF2B5EF4-FFF2-40B4-BE49-F238E27FC236}">
                <a16:creationId xmlns:a16="http://schemas.microsoft.com/office/drawing/2014/main" id="{33417122-F067-F48F-5EAD-A2224C4A535D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tr-T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FB2997-B551-4E42-B99C-D3DE8E6E7745}" type="slidenum">
              <a:rPr lang="tr-T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6</a:t>
            </a:fld>
            <a:endParaRPr lang="tr-TR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467933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F3C1F98-1119-C439-00BD-18D153B3D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4E467180-72F0-39B8-F998-F4A5D07B72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EB0F375-6A7F-B2AC-43E3-6D283B42D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30.09.2025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5BF1446-34BB-DE9B-6057-B70A1806C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9A0B88A-7EC8-9E63-E053-87560A628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7521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663D46E-655B-6170-DBBB-4B669A5B9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25CD077-2903-98CA-45B4-ECFC550D0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7386F9E-162C-A576-0C85-53943F4EE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30.09.2025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1B9E3EC-65D0-EC98-7233-7D41EBBE6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2671E9E-92CF-5A56-F769-8B8969BE4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12948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7BA7758-DAB9-1395-4A5A-F80F321E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4C887AC-FC3B-B1E5-2926-B067CAB6E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4C5FF56-5069-F0B5-5CF0-6CBBC46AD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30.09.2025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8805D18-4372-9C64-89D4-7A8DDEBDC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06D69AD-13AF-389D-E853-95FA0A0C7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16473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2F35925-7E1E-2287-1352-59178507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51851F6-7A7A-6E88-1E53-606D56D55F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61954B8-7DE3-6B66-A7E8-08A63AB1C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F20451A-36FC-3AA7-84C4-244FC4E2F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30.09.2025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7BC83CF-3CC8-95DE-C3A2-0680F60BA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C8F2665-0A9E-8590-EF98-C16BA72E5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66753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AC4E4E-8BE2-DEC0-E365-5078747E5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15D230D-2C51-02CB-7151-E875F4C6C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0681F9EF-8878-8DB0-4599-6A834DA16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0EF08185-6E0D-5E85-EC09-E24D66A348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917883B8-14C9-0340-AD3F-70ADE46A19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4AA7A2FC-1B82-20AA-1602-116B81E4B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30.09.2025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26345A09-BA9B-2C43-511E-D9F908ED6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B401C95A-D624-46B0-3CC2-186107119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80085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FC4A1A8-BF08-B1D9-F77F-F49C2CF3C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3FA4AC1D-6BD7-0EC2-1CCF-DF3A49A90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30.09.2025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D3A6C47A-43F7-3949-A814-160C2AF63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6687BC2B-3F29-A25E-93FD-4C073D1A5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9700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C769AAA0-E794-2F8F-765B-824DAF8B3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30.09.2025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90F89A9F-05DF-5A8E-DC4C-B7635FC0F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11C2C56-E87A-7900-F003-9C641B08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73346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3FC8109-EE00-B155-30F8-63C9C7FF4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D58347D-60C4-B4C8-5D7D-8900F44C3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93FA6D19-A7F4-EA9A-2AA8-2ADB91FFD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A748957-D466-F5CE-6BB9-2DA933909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30.09.2025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DA5C434-F004-FF0C-1901-F5AFB8A05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F0D13E1-36E5-72E6-3925-8AEF674D7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08954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60D9076-C997-CBF9-CDC7-A1C5AA28E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91B92ECE-FCB0-799C-907D-78FC2C9D58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5143142D-C3EB-F70D-EFFC-2A9BB37518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7620682-F828-68E1-003B-1CB7BF886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30.09.2025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B673E6B-3B26-843A-20FF-46A3E1BF0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3360880-60B9-1DD7-EA8E-CB14CFF9A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34088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8844853-D4F4-1E74-DC56-938C0A430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E55D4F98-F8F1-B381-5285-3C2B21AD49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D404763-B084-F8CB-ADEA-497DC5322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30.09.2025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A1BF1F5-C726-3D41-51A4-2A9D2DB0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D07E755-360C-989D-9414-90F36D06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377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318E9149-40D7-73BC-FA1F-B4513188EA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FBA61250-8B56-D081-2E2F-BC6CDFD35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79F877B-DED1-17B5-C22B-1C883530C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BF425-2C81-E94D-AFD5-88E868AB882D}" type="datetimeFigureOut">
              <a:rPr lang="tr-TR" smtClean="0"/>
              <a:t>30.09.2025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D67B3E1-C7F2-F4EC-7A76-43B31AACA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0C6A285-490B-5629-98A4-CD11E1537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7075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76ED70B6-FC5C-6925-B232-E6FBBEF5A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199B80D-6DE3-A0CC-27B6-114BBCACC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105A4A2-2803-63CE-E845-997F7C6482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BF425-2C81-E94D-AFD5-88E868AB882D}" type="datetimeFigureOut">
              <a:rPr lang="tr-TR" smtClean="0"/>
              <a:t>30.09.2025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4A2D3FC-8398-78D1-16F4-5D72E3537E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36319BD-BE54-B922-EC24-CFFE55BC4E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D00493-2648-4C4F-97F3-EEC05CB2F2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86137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C460D-4B4E-3BF3-C7F5-24CA8B23F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Freeform 9">
            <a:extLst>
              <a:ext uri="{FF2B5EF4-FFF2-40B4-BE49-F238E27FC236}">
                <a16:creationId xmlns:a16="http://schemas.microsoft.com/office/drawing/2014/main" id="{881C6781-B144-B9A2-D281-8343A7708A04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4" name="Freeform 10">
            <a:extLst>
              <a:ext uri="{FF2B5EF4-FFF2-40B4-BE49-F238E27FC236}">
                <a16:creationId xmlns:a16="http://schemas.microsoft.com/office/drawing/2014/main" id="{7FC75BF2-BA8B-B1EE-D464-AD5CE6157D82}"/>
              </a:ext>
            </a:extLst>
          </p:cNvPr>
          <p:cNvSpPr/>
          <p:nvPr/>
        </p:nvSpPr>
        <p:spPr>
          <a:xfrm>
            <a:off x="1444680" y="741600"/>
            <a:ext cx="93240" cy="447120"/>
          </a:xfrm>
          <a:custGeom>
            <a:avLst/>
            <a:gdLst>
              <a:gd name="textAreaLeft" fmla="*/ 0 w 93240"/>
              <a:gd name="textAreaRight" fmla="*/ 93600 w 93240"/>
              <a:gd name="textAreaTop" fmla="*/ 0 h 447120"/>
              <a:gd name="textAreaBottom" fmla="*/ 447480 h 447120"/>
            </a:gdLst>
            <a:ahLst/>
            <a:cxnLst/>
            <a:rect l="textAreaLeft" t="textAreaTop" r="textAreaRight" b="textAreaBottom"/>
            <a:pathLst>
              <a:path w="118" h="564">
                <a:moveTo>
                  <a:pt x="118" y="0"/>
                </a:moveTo>
                <a:lnTo>
                  <a:pt x="0" y="126"/>
                </a:lnTo>
                <a:lnTo>
                  <a:pt x="0" y="564"/>
                </a:lnTo>
                <a:lnTo>
                  <a:pt x="118" y="452"/>
                </a:lnTo>
                <a:lnTo>
                  <a:pt x="11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1" name="Freeform 17">
            <a:extLst>
              <a:ext uri="{FF2B5EF4-FFF2-40B4-BE49-F238E27FC236}">
                <a16:creationId xmlns:a16="http://schemas.microsoft.com/office/drawing/2014/main" id="{44DF1DA5-B0CD-E185-B64F-9CCF9708F3B9}"/>
              </a:ext>
            </a:extLst>
          </p:cNvPr>
          <p:cNvSpPr/>
          <p:nvPr/>
        </p:nvSpPr>
        <p:spPr>
          <a:xfrm>
            <a:off x="3400200" y="784440"/>
            <a:ext cx="604440" cy="704520"/>
          </a:xfrm>
          <a:custGeom>
            <a:avLst/>
            <a:gdLst>
              <a:gd name="textAreaLeft" fmla="*/ 0 w 604440"/>
              <a:gd name="textAreaRight" fmla="*/ 604800 w 604440"/>
              <a:gd name="textAreaTop" fmla="*/ 0 h 704520"/>
              <a:gd name="textAreaBottom" fmla="*/ 704880 h 704520"/>
            </a:gdLst>
            <a:ahLst/>
            <a:cxnLst/>
            <a:rect l="textAreaLeft" t="textAreaTop" r="textAreaRight" b="textAreaBottom"/>
            <a:pathLst>
              <a:path w="762" h="888">
                <a:moveTo>
                  <a:pt x="524" y="888"/>
                </a:moveTo>
                <a:lnTo>
                  <a:pt x="188" y="446"/>
                </a:lnTo>
                <a:lnTo>
                  <a:pt x="188" y="888"/>
                </a:lnTo>
                <a:lnTo>
                  <a:pt x="0" y="888"/>
                </a:lnTo>
                <a:lnTo>
                  <a:pt x="0" y="0"/>
                </a:lnTo>
                <a:lnTo>
                  <a:pt x="188" y="0"/>
                </a:lnTo>
                <a:lnTo>
                  <a:pt x="188" y="426"/>
                </a:lnTo>
                <a:lnTo>
                  <a:pt x="536" y="0"/>
                </a:lnTo>
                <a:lnTo>
                  <a:pt x="760" y="0"/>
                </a:lnTo>
                <a:lnTo>
                  <a:pt x="404" y="434"/>
                </a:lnTo>
                <a:lnTo>
                  <a:pt x="762" y="888"/>
                </a:lnTo>
                <a:lnTo>
                  <a:pt x="524" y="88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5E3C7982-CE74-4234-847F-0C02E7B1D311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C24DC6C6-86C9-32E2-53B9-9097FE2D769D}"/>
              </a:ext>
            </a:extLst>
          </p:cNvPr>
          <p:cNvSpPr txBox="1"/>
          <p:nvPr/>
        </p:nvSpPr>
        <p:spPr>
          <a:xfrm>
            <a:off x="1360279" y="2807368"/>
            <a:ext cx="947120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5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DataOps</a:t>
            </a:r>
            <a:r>
              <a:rPr lang="tr-TR" sz="5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Nedir?</a:t>
            </a: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910D51CB-65F7-AD5C-39A0-70465E73AE8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1091976" y="400513"/>
            <a:ext cx="628745" cy="400110"/>
          </a:xfrm>
          <a:prstGeom prst="rect">
            <a:avLst/>
          </a:prstGeom>
        </p:spPr>
      </p:pic>
      <p:pic>
        <p:nvPicPr>
          <p:cNvPr id="5" name="Resim 4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55EBB53-A9D9-3347-45EF-8F68AD7AA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279" y="400513"/>
            <a:ext cx="891484" cy="32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05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7F52F-9264-CB08-9BCB-49CB0D6AE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058C49FF-7A39-7D9C-CEF8-F502CB044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A3390EDF-A3E9-9337-7085-25087B9A063D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DC69367B-7AE5-CF43-37BD-49E83800FA0A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E2AEEB65-F45A-1F07-5DE8-1AFAE79E990A}"/>
              </a:ext>
            </a:extLst>
          </p:cNvPr>
          <p:cNvSpPr txBox="1"/>
          <p:nvPr/>
        </p:nvSpPr>
        <p:spPr>
          <a:xfrm>
            <a:off x="380779" y="341490"/>
            <a:ext cx="4972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Geleneksel Yaklaşım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8F8F5766-63DB-50E5-3AE3-FD3CF88DD16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8F8168C5-0959-406B-F3AB-1F23C73FF6C9}"/>
              </a:ext>
            </a:extLst>
          </p:cNvPr>
          <p:cNvSpPr txBox="1"/>
          <p:nvPr/>
        </p:nvSpPr>
        <p:spPr>
          <a:xfrm>
            <a:off x="5743190" y="2684364"/>
            <a:ext cx="4807073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Waterfall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modeli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İş </a:t>
            </a:r>
            <a:r>
              <a:rPr lang="tr-T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ihtiyaçlarrının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veri ekibine geç ulaşması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 bekleme süreleri</a:t>
            </a:r>
          </a:p>
        </p:txBody>
      </p:sp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BAC6C96-A244-B061-3F5B-339FD40EF0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C224C96B-536A-6A95-8FF9-927EDEAD4C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8420" y="1791953"/>
            <a:ext cx="4407090" cy="349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867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1732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5F3980-68AA-E2EC-424E-1E9550A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8A6242F3-F998-A439-181F-B8D880559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C8A67E39-92C2-C9C5-4DCB-55B82E51BBB2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74E85B3E-5A9F-46B2-B9CD-B62B51E2BBDE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10E5F59B-C142-8C57-4B5A-40866C121D32}"/>
              </a:ext>
            </a:extLst>
          </p:cNvPr>
          <p:cNvSpPr txBox="1"/>
          <p:nvPr/>
        </p:nvSpPr>
        <p:spPr>
          <a:xfrm>
            <a:off x="380779" y="279242"/>
            <a:ext cx="62310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DataOps’un</a:t>
            </a:r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Amacı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416799E9-60DF-BAB2-99F6-720C8404792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30F3E71-849D-A3C4-AF16-315ED0C525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sp>
        <p:nvSpPr>
          <p:cNvPr id="11" name="Metin kutusu 10">
            <a:extLst>
              <a:ext uri="{FF2B5EF4-FFF2-40B4-BE49-F238E27FC236}">
                <a16:creationId xmlns:a16="http://schemas.microsoft.com/office/drawing/2014/main" id="{9D1F0EBE-AB9F-8987-0DF7-9C45B05127C6}"/>
              </a:ext>
            </a:extLst>
          </p:cNvPr>
          <p:cNvSpPr txBox="1"/>
          <p:nvPr/>
        </p:nvSpPr>
        <p:spPr>
          <a:xfrm>
            <a:off x="6664219" y="2799784"/>
            <a:ext cx="3880338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Çeviklik (</a:t>
            </a:r>
            <a:r>
              <a:rPr lang="tr-T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Agility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Süreklilik (</a:t>
            </a:r>
            <a:r>
              <a:rPr lang="tr-T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Continous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Güvenilirlik (</a:t>
            </a:r>
            <a:r>
              <a:rPr lang="tr-T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Trusted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63B1676E-7C06-8A32-189C-CFEC3DB7F1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5120" y="2165889"/>
            <a:ext cx="4438095" cy="25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558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5B7E0-8BD4-89A7-C832-0AB3FD5A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E9D1966C-02BB-2F23-598F-D2115ADAC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C6C290FF-CD5B-4772-6D81-625245164EF4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A6FBF17C-19B7-B530-8352-3F115D78FB2C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E77696E4-74DF-E361-4E42-1D329A30D246}"/>
              </a:ext>
            </a:extLst>
          </p:cNvPr>
          <p:cNvSpPr txBox="1"/>
          <p:nvPr/>
        </p:nvSpPr>
        <p:spPr>
          <a:xfrm>
            <a:off x="380779" y="341490"/>
            <a:ext cx="5404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İnsan, Süreç ve Teknoloji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2256BD1C-BCC2-7340-F65A-6DCD04692E5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D4640C6-1C8A-4ACC-B55F-B5556F4A17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6F3B30CD-0B0F-CE92-49DE-51864A1C0AA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456" t="25939" r="14441" b="10681"/>
          <a:stretch>
            <a:fillRect/>
          </a:stretch>
        </p:blipFill>
        <p:spPr>
          <a:xfrm>
            <a:off x="1591548" y="1645723"/>
            <a:ext cx="4436370" cy="3554620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A6D52901-F15D-6299-1CC7-5C62ABA13BB9}"/>
              </a:ext>
            </a:extLst>
          </p:cNvPr>
          <p:cNvSpPr txBox="1"/>
          <p:nvPr/>
        </p:nvSpPr>
        <p:spPr>
          <a:xfrm>
            <a:off x="6720114" y="2568953"/>
            <a:ext cx="3880338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İnsan: IT + Veri mühendisi + veri analistler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Süreç: İş akışlarının otomasyonu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Teknoloji: Modern veri boru hatları (</a:t>
            </a:r>
            <a:r>
              <a:rPr lang="tr-T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pipelines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3425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E9F35-15F7-D2C3-2618-F6CEB2DF8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D69EE04B-149B-23B0-C2C2-CA32D186F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E677E1E3-9A2E-DFA1-B648-4F6427D934CA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2EEA832F-F5AC-2888-7495-8ED9938B65AE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DA726276-0023-743D-27E2-998C01CF606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222EFD7-54B6-6B60-667B-885E4287A9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FD9182F5-A001-4886-7C88-0F437CBECC43}"/>
              </a:ext>
            </a:extLst>
          </p:cNvPr>
          <p:cNvSpPr txBox="1"/>
          <p:nvPr/>
        </p:nvSpPr>
        <p:spPr>
          <a:xfrm>
            <a:off x="533179" y="493890"/>
            <a:ext cx="5404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Modern </a:t>
            </a:r>
            <a:r>
              <a:rPr lang="fr-FR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</a:t>
            </a:r>
            <a:r>
              <a:rPr lang="fr-F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Boru</a:t>
            </a:r>
            <a:r>
              <a:rPr lang="fr-F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Hatları</a:t>
            </a:r>
            <a:r>
              <a:rPr lang="fr-F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(Data Pipelines)</a:t>
            </a:r>
            <a:endParaRPr lang="tr-TR" sz="20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3660DEF1-7C5B-6D7E-6AE1-91D8FD40CCCE}"/>
              </a:ext>
            </a:extLst>
          </p:cNvPr>
          <p:cNvSpPr txBox="1"/>
          <p:nvPr/>
        </p:nvSpPr>
        <p:spPr>
          <a:xfrm>
            <a:off x="6333408" y="2738170"/>
            <a:ext cx="4976286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Çıkar → Yükle → Dönüştür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 kataloglama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Sürekli yönetişim (</a:t>
            </a:r>
            <a:r>
              <a:rPr lang="tr-T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governance</a:t>
            </a: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13" name="Resim 12">
            <a:extLst>
              <a:ext uri="{FF2B5EF4-FFF2-40B4-BE49-F238E27FC236}">
                <a16:creationId xmlns:a16="http://schemas.microsoft.com/office/drawing/2014/main" id="{D37DC864-4D17-E4FD-D2DC-2A7F2278C1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9818" y="1795942"/>
            <a:ext cx="4180628" cy="3266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585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C1935-A50D-E300-8465-4658A0E55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55181EBE-ECB1-FA5D-026F-5F9603D17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116" y="960365"/>
            <a:ext cx="9607605" cy="4925336"/>
          </a:xfrm>
          <a:prstGeom prst="rect">
            <a:avLst/>
          </a:prstGeom>
        </p:spPr>
      </p:pic>
      <p:sp>
        <p:nvSpPr>
          <p:cNvPr id="133" name="Freeform 9">
            <a:extLst>
              <a:ext uri="{FF2B5EF4-FFF2-40B4-BE49-F238E27FC236}">
                <a16:creationId xmlns:a16="http://schemas.microsoft.com/office/drawing/2014/main" id="{36824CB7-34EB-BE07-FE8A-BD76F911D543}"/>
              </a:ext>
            </a:extLst>
          </p:cNvPr>
          <p:cNvSpPr/>
          <p:nvPr/>
        </p:nvSpPr>
        <p:spPr>
          <a:xfrm>
            <a:off x="1431720" y="1159200"/>
            <a:ext cx="293400" cy="302760"/>
          </a:xfrm>
          <a:custGeom>
            <a:avLst/>
            <a:gdLst>
              <a:gd name="textAreaLeft" fmla="*/ 0 w 293400"/>
              <a:gd name="textAreaRight" fmla="*/ 293760 w 293400"/>
              <a:gd name="textAreaTop" fmla="*/ 0 h 302760"/>
              <a:gd name="textAreaBottom" fmla="*/ 303120 h 302760"/>
            </a:gdLst>
            <a:ahLst/>
            <a:cxnLst/>
            <a:rect l="textAreaLeft" t="textAreaTop" r="textAreaRight" b="textAreaBottom"/>
            <a:pathLst>
              <a:path w="370" h="382">
                <a:moveTo>
                  <a:pt x="370" y="198"/>
                </a:moveTo>
                <a:lnTo>
                  <a:pt x="232" y="146"/>
                </a:lnTo>
                <a:lnTo>
                  <a:pt x="240" y="0"/>
                </a:lnTo>
                <a:lnTo>
                  <a:pt x="148" y="114"/>
                </a:lnTo>
                <a:lnTo>
                  <a:pt x="12" y="62"/>
                </a:lnTo>
                <a:lnTo>
                  <a:pt x="92" y="184"/>
                </a:lnTo>
                <a:lnTo>
                  <a:pt x="0" y="298"/>
                </a:lnTo>
                <a:lnTo>
                  <a:pt x="142" y="260"/>
                </a:lnTo>
                <a:lnTo>
                  <a:pt x="222" y="382"/>
                </a:lnTo>
                <a:lnTo>
                  <a:pt x="228" y="236"/>
                </a:lnTo>
                <a:lnTo>
                  <a:pt x="370" y="198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Freeform 24">
            <a:extLst>
              <a:ext uri="{FF2B5EF4-FFF2-40B4-BE49-F238E27FC236}">
                <a16:creationId xmlns:a16="http://schemas.microsoft.com/office/drawing/2014/main" id="{76EF3DEE-7215-2276-A3F6-D556EDAEDF0E}"/>
              </a:ext>
            </a:extLst>
          </p:cNvPr>
          <p:cNvSpPr/>
          <p:nvPr/>
        </p:nvSpPr>
        <p:spPr>
          <a:xfrm>
            <a:off x="4613760" y="1465560"/>
            <a:ext cx="88560" cy="529200"/>
          </a:xfrm>
          <a:custGeom>
            <a:avLst/>
            <a:gdLst>
              <a:gd name="textAreaLeft" fmla="*/ 0 w 88560"/>
              <a:gd name="textAreaRight" fmla="*/ 88920 w 88560"/>
              <a:gd name="textAreaTop" fmla="*/ 0 h 529200"/>
              <a:gd name="textAreaBottom" fmla="*/ 529560 h 529200"/>
            </a:gdLst>
            <a:ahLst/>
            <a:cxnLst/>
            <a:rect l="textAreaLeft" t="textAreaTop" r="textAreaRight" b="textAreaBottom"/>
            <a:pathLst>
              <a:path w="112" h="667">
                <a:moveTo>
                  <a:pt x="0" y="102"/>
                </a:moveTo>
                <a:lnTo>
                  <a:pt x="0" y="0"/>
                </a:lnTo>
                <a:lnTo>
                  <a:pt x="112" y="0"/>
                </a:lnTo>
                <a:lnTo>
                  <a:pt x="112" y="102"/>
                </a:lnTo>
                <a:lnTo>
                  <a:pt x="0" y="102"/>
                </a:lnTo>
                <a:close/>
                <a:moveTo>
                  <a:pt x="0" y="667"/>
                </a:moveTo>
                <a:lnTo>
                  <a:pt x="0" y="161"/>
                </a:lnTo>
                <a:lnTo>
                  <a:pt x="112" y="161"/>
                </a:lnTo>
                <a:lnTo>
                  <a:pt x="112" y="667"/>
                </a:lnTo>
                <a:lnTo>
                  <a:pt x="0" y="667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22680" rIns="45720" bIns="22680" numCol="1" spcCol="0" anchor="t">
            <a:noAutofit/>
          </a:bodyPr>
          <a:lstStyle/>
          <a:p>
            <a:pPr>
              <a:lnSpc>
                <a:spcPct val="100000"/>
              </a:lnSpc>
            </a:pPr>
            <a:endParaRPr lang="tr-TR" sz="9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09520D99-4E6B-F685-FBC7-A4B8C549B4D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90497" y="6116400"/>
            <a:ext cx="628745" cy="400110"/>
          </a:xfrm>
          <a:prstGeom prst="rect">
            <a:avLst/>
          </a:prstGeom>
          <a:effectLst>
            <a:outerShdw sx="1000" sy="1000" algn="ctr" rotWithShape="0">
              <a:srgbClr val="000000">
                <a:alpha val="99940"/>
              </a:srgbClr>
            </a:outerShdw>
          </a:effectLst>
        </p:spPr>
      </p:pic>
      <p:pic>
        <p:nvPicPr>
          <p:cNvPr id="2" name="Resim 1" descr="metin, yazı tipi, grafik, grafik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B477EB4-A639-C663-1B98-D9AB1A871F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14" y="400513"/>
            <a:ext cx="891484" cy="320020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FB0A8F80-6259-A70D-4399-4EA23F2053FC}"/>
              </a:ext>
            </a:extLst>
          </p:cNvPr>
          <p:cNvSpPr txBox="1"/>
          <p:nvPr/>
        </p:nvSpPr>
        <p:spPr>
          <a:xfrm>
            <a:off x="533179" y="493890"/>
            <a:ext cx="5404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Gerçek Dünya Örneği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537CDFAB-CFD1-A092-3808-6E53C0DA0C8C}"/>
              </a:ext>
            </a:extLst>
          </p:cNvPr>
          <p:cNvSpPr txBox="1"/>
          <p:nvPr/>
        </p:nvSpPr>
        <p:spPr>
          <a:xfrm>
            <a:off x="6279270" y="2568952"/>
            <a:ext cx="4976286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Hastaları test sonuçları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Elle takip etmek imkansız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 makinesindeki bir arıza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5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Yanlış teşhisler ve zaman kaybı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EF9187B7-BF47-F773-50B9-ED09F85995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4055" y="2351470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156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1007</TotalTime>
  <Words>103</Words>
  <Application>Microsoft Office PowerPoint</Application>
  <PresentationFormat>Geniş ekran</PresentationFormat>
  <Paragraphs>39</Paragraphs>
  <Slides>6</Slides>
  <Notes>6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Times New Roman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Mahmut İbrahim AYKAÇ</dc:creator>
  <cp:lastModifiedBy>SemihAcmali</cp:lastModifiedBy>
  <cp:revision>40</cp:revision>
  <dcterms:created xsi:type="dcterms:W3CDTF">2025-05-08T09:17:15Z</dcterms:created>
  <dcterms:modified xsi:type="dcterms:W3CDTF">2025-09-30T20:22:34Z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eodilabelclass">
    <vt:lpwstr>id_classification_Kapsamdisi=0ef0d4bf-59b8-4ae6-bbc0-fafde041157b</vt:lpwstr>
  </property>
  <property fmtid="{D5CDD505-2E9C-101B-9397-08002B2CF9AE}" pid="3" name="geodilabeluser">
    <vt:lpwstr>user=zeynep.can</vt:lpwstr>
  </property>
  <property fmtid="{D5CDD505-2E9C-101B-9397-08002B2CF9AE}" pid="4" name="geodilabeltime">
    <vt:lpwstr>datetime=2025-06-30T10:33:33.658Z</vt:lpwstr>
  </property>
</Properties>
</file>